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80" r:id="rId6"/>
  </p:sldMasterIdLst>
  <p:notesMasterIdLst>
    <p:notesMasterId r:id="rId12"/>
  </p:notesMasterIdLst>
  <p:sldIdLst>
    <p:sldId id="2147483219" r:id="rId7"/>
    <p:sldId id="2147483220" r:id="rId8"/>
    <p:sldId id="262" r:id="rId9"/>
    <p:sldId id="260" r:id="rId10"/>
    <p:sldId id="21474832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CBF7"/>
    <a:srgbClr val="97DCFA"/>
    <a:srgbClr val="FFFFFF"/>
    <a:srgbClr val="E2E2E2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2D8CC3-A08B-4074-8CE4-E9081C60A4C3}" v="1" dt="2026-09-25T15:09:4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311" autoAdjust="0"/>
  </p:normalViewPr>
  <p:slideViewPr>
    <p:cSldViewPr snapToGrid="0">
      <p:cViewPr varScale="1">
        <p:scale>
          <a:sx n="94" d="100"/>
          <a:sy n="94" d="100"/>
        </p:scale>
        <p:origin x="11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knur Chulani" userId="f8eef11b-11c8-43d3-bd94-2fb9e022f69b" providerId="ADAL" clId="{AAE02C72-6A89-4608-9579-640796828AF5}"/>
    <pc:docChg chg="addSld modSld">
      <pc:chgData name="Ilknur Chulani" userId="f8eef11b-11c8-43d3-bd94-2fb9e022f69b" providerId="ADAL" clId="{AAE02C72-6A89-4608-9579-640796828AF5}" dt="2026-09-25T15:09:42.158" v="0"/>
      <pc:docMkLst>
        <pc:docMk/>
      </pc:docMkLst>
      <pc:sldChg chg="add">
        <pc:chgData name="Ilknur Chulani" userId="f8eef11b-11c8-43d3-bd94-2fb9e022f69b" providerId="ADAL" clId="{AAE02C72-6A89-4608-9579-640796828AF5}" dt="2026-09-25T15:09:42.158" v="0"/>
        <pc:sldMkLst>
          <pc:docMk/>
          <pc:sldMk cId="253657739" sldId="260"/>
        </pc:sldMkLst>
      </pc:sldChg>
      <pc:sldChg chg="add">
        <pc:chgData name="Ilknur Chulani" userId="f8eef11b-11c8-43d3-bd94-2fb9e022f69b" providerId="ADAL" clId="{AAE02C72-6A89-4608-9579-640796828AF5}" dt="2026-09-25T15:09:42.158" v="0"/>
        <pc:sldMkLst>
          <pc:docMk/>
          <pc:sldMk cId="129077157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8D95C-F46A-46AB-9D5B-C912967B8C3A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5882D-4164-445D-8621-C0C32F10C9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64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5CDC-0895-FBA6-2DDB-B10A36FB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22427-9657-C0CE-62D3-B8C3797A6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50863" y="539750"/>
            <a:ext cx="5761037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DF595-4A84-3BF4-143D-A0E7F57F3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Updated image based on discussions on May 5: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i="1" dirty="0">
                <a:solidFill>
                  <a:srgbClr val="0BA1E2"/>
                </a:solidFill>
                <a:effectLst/>
                <a:latin typeface="Droid Sans" panose="020B0606030804020204"/>
                <a:ea typeface="Calibri" panose="020F0502020204030204" pitchFamily="34" charset="0"/>
                <a:cs typeface="Arial" panose="020B0604020202020204" pitchFamily="34" charset="0"/>
              </a:rPr>
              <a:t>Figure 1 Distinguishing observability of data-sharing contracts Observability vs Data Provenance vs Traceability</a:t>
            </a:r>
            <a:endParaRPr lang="en-GB" sz="1800" i="1" dirty="0">
              <a:solidFill>
                <a:srgbClr val="1F4D78"/>
              </a:solidFill>
              <a:effectLst/>
              <a:latin typeface="Droid Sans" panose="020B0606030804020204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40104-7C21-658D-EB4D-061229077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A2E9C0-E164-4FC9-9CF7-1040E2AE50BE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332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7F182-B880-4DC5-EDC8-5AE05EAE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9C0A1-8355-92CB-61E0-52CDBB45C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FAA61-8AAE-618F-99C7-AF11D7F63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image based on the conversation on March 4 workshop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i="1" dirty="0">
                <a:solidFill>
                  <a:srgbClr val="1F4D78"/>
                </a:solidFill>
                <a:effectLst/>
                <a:latin typeface="Droid Sans" panose="020B0606030804020204"/>
                <a:ea typeface="Calibri" panose="020F0502020204030204" pitchFamily="34" charset="0"/>
                <a:cs typeface="Arial" panose="020B0604020202020204" pitchFamily="34" charset="0"/>
              </a:rPr>
              <a:t>Figure 2 More than technical elements are needed to enable Observability, Data Provenance and Traceability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BBDAF-5252-B56B-0C6C-35F7971F3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5882D-4164-445D-8621-C0C32F10C98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541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16565-409F-29B9-F7AA-17CA100E8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F8960-0DEE-C45D-55B7-FA5AD62BB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50863" y="539750"/>
            <a:ext cx="5761037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1D75F-988E-AC40-99BC-F424C990D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3B801-6487-8EB7-71A3-536EA6F70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A2E9C0-E164-4FC9-9CF7-1040E2AE50BE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198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5882D-4164-445D-8621-C0C32F10C98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053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943F-3206-31BE-1B20-1CB43F598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9650F-96E8-C6EA-1B03-335C6AC07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2C15E-357D-A2B0-B19E-3B344E73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85916-5079-FC43-399F-1C3E72E32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028EB-3338-B901-31E9-80CF0797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5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11B50-37D5-C70E-8ED3-7E9C4CCA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8353C-0CDB-3B3B-098E-FA9B31649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D09C1-6360-A174-53D1-54D1A2A2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C2135-BF67-9663-C4C5-B3A0D7758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40396-0B00-ED38-DEC8-CD63F9F82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4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7D6D-65B3-FA10-E9D1-785BF82A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84B0A-F7E2-108C-5743-336BE87DE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6100A-42B2-4EDD-1864-D47BA74A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D7F51-6D2E-56A2-E454-4F524D50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60A59-1906-D45B-B3F3-13066A8A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812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8891-4BAC-7BE2-8A9E-25FE1206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69534-5DFC-29E4-3E2E-7DAD80E2D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ADA47-0B0E-6B79-FD90-D07418F03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DCE0A-F40F-3787-F875-B37491B0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35E73-3812-19E2-C8F6-5E60DA08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BC084-49CE-3449-9558-632E6145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09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FF93-4B23-8A7D-9BFF-5FF30888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390AB-5B6F-D6A5-D3FD-2D29363E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8FD67-7598-C3A7-2008-EC6F8D526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787E5-0FC8-CB96-BBE7-3463E6EDB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044F4-63D2-5E16-345E-63E408EE5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04A4A5-D119-39C4-A817-8314251E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46755-F901-4E80-4585-DCB3C2724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461ED0-F560-C41C-119A-AC7F1F6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96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7B9F-98B4-34B1-2080-8E20F696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3D705-B0F7-252E-638B-4AB43F415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F1055-BCC2-D617-68F4-F88A9FFB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A5555-5F0C-283C-A60A-3ADEFDDA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57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47C9B5-4C70-0527-3DA6-4E15CB2C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0AE2D-5A38-E6D2-65F1-447C2BE6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570A7-D792-B055-DE72-834921EF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450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B70C5-25EF-7050-AA9F-D6E910E4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FD356-CA6B-1972-39D5-4782A759D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3B46F-DEED-464B-AB1D-8F3AA115F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2ADE2-521B-6431-CC5E-1E429FE01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D8D58-47C9-5C17-0D48-B3FAB856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E3E7F-56D1-5BC7-D30B-525BD0463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25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F089-C83A-EB90-9C59-5FC33C77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43BC45-D853-72F7-5D95-C46404F78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25CA9-0F1D-9F9E-258F-CF9C0DA9E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E6042-C84D-39D4-4017-F6F7402B8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92E7B-BEE0-7AD7-091E-3E44216EB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00500-7444-0F7C-8403-0398D64D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65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98EF-A7C7-0072-2E30-1E7875DA5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51387-DA84-718B-C313-823E1F41D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50DF9-087F-B843-1BB2-C11A311A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91B07-0886-7108-8B41-9F351157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E682E-B1EF-1661-193C-D0A6F1A3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6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070AB-14DD-68C4-A1D4-F1B1BA822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0A01A-4740-1617-05F9-D8761F5DF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1100F-F670-2C0C-5CDA-A4D468E5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219C9-A2E7-A999-187D-5F3319B38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09378-6879-4E59-BAA4-FD6AE9CD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928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90C7DCE-D1CD-4CB9-8F01-40E811106A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588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2A78581E-EC2B-43EE-BA5B-287324E4FBB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312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127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911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03712" y="4005064"/>
            <a:ext cx="4896544" cy="792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B26A25-7CDC-4432-A192-DDF57B930275}"/>
              </a:ext>
            </a:extLst>
          </p:cNvPr>
          <p:cNvSpPr/>
          <p:nvPr userDrawn="1"/>
        </p:nvSpPr>
        <p:spPr bwMode="gray">
          <a:xfrm>
            <a:off x="8328248" y="0"/>
            <a:ext cx="3863752" cy="5445224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3503471" y="4941168"/>
            <a:ext cx="4896785" cy="935162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Optionaler Text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</p:spTree>
    <p:extLst>
      <p:ext uri="{BB962C8B-B14F-4D97-AF65-F5344CB8AC3E}">
        <p14:creationId xmlns:p14="http://schemas.microsoft.com/office/powerpoint/2010/main" val="2116728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A6CB929-62B2-4FE7-BE1A-CEF9D22900B8}"/>
              </a:ext>
            </a:extLst>
          </p:cNvPr>
          <p:cNvSpPr/>
          <p:nvPr userDrawn="1"/>
        </p:nvSpPr>
        <p:spPr bwMode="gray">
          <a:xfrm>
            <a:off x="6096000" y="0"/>
            <a:ext cx="6096000" cy="6093296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>
            <a:noAutofit/>
          </a:bodyPr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6588" y="4653248"/>
            <a:ext cx="4895999" cy="1008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702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orient="horz" pos="383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9F4942-862B-4AE7-8DC3-8DEA19E50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9E0217F-FCB1-472F-B800-3ADB7999D7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69392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c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1556792"/>
            <a:ext cx="10658475" cy="45360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3399081-B28F-4ABA-A951-E201993748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099518-9EB8-41FF-B9F6-30B2EC8991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68227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2133599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C294606-190B-4890-B07C-3B68975DD449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6239817" y="2132856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C2629-ECAE-4771-B97C-C8C52C60D7B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81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3749">
          <p15:clr>
            <a:srgbClr val="5ACBF0"/>
          </p15:clr>
        </p15:guide>
        <p15:guide id="6" pos="393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7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19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135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593858F5-4687-47AF-A000-65E342C5B8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7408" y="5229296"/>
            <a:ext cx="5040000" cy="864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C90B4A-5427-4B6F-86E8-848B8D309D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4234857"/>
            <a:ext cx="6166964" cy="706311"/>
          </a:xfrm>
          <a:solidFill>
            <a:schemeClr val="tx1"/>
          </a:solidFill>
        </p:spPr>
        <p:txBody>
          <a:bodyPr wrap="none" lIns="756000" tIns="144000" rIns="144000" bIns="144000" anchor="ctr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300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56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E9ECAE5-3083-41C9-B45F-ED0459519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0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0D25B8-CD92-457D-9ECC-CD6604C276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381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8DCEB5-9155-4443-B053-FBB3478A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797D52-6AEB-41D2-BC95-741F2F3D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845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orient="horz" pos="1344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07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8CD0FA8F-1345-4EF2-8691-A68DDE9755A8}"/>
              </a:ext>
            </a:extLst>
          </p:cNvPr>
          <p:cNvSpPr/>
          <p:nvPr userDrawn="1"/>
        </p:nvSpPr>
        <p:spPr bwMode="gray">
          <a:xfrm>
            <a:off x="5394586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459C78-BBBF-4479-85FB-364180723BB6}"/>
              </a:ext>
            </a:extLst>
          </p:cNvPr>
          <p:cNvSpPr/>
          <p:nvPr userDrawn="1"/>
        </p:nvSpPr>
        <p:spPr bwMode="gray">
          <a:xfrm>
            <a:off x="8778578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5A718E8-9C93-457E-88A6-5B2F72A76218}"/>
              </a:ext>
            </a:extLst>
          </p:cNvPr>
          <p:cNvSpPr/>
          <p:nvPr userDrawn="1"/>
        </p:nvSpPr>
        <p:spPr bwMode="gray">
          <a:xfrm>
            <a:off x="2010594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81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236BD-F32B-49D8-9F01-5909BFBA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1FED50-E4A3-4EBE-B38A-E17AF3F9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44ECAB-6795-42AC-81AF-730C050BC53C}"/>
              </a:ext>
            </a:extLst>
          </p:cNvPr>
          <p:cNvSpPr/>
          <p:nvPr userDrawn="1"/>
        </p:nvSpPr>
        <p:spPr bwMode="gray">
          <a:xfrm>
            <a:off x="191344" y="4077072"/>
            <a:ext cx="1800200" cy="1800200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FB676B6F-04D0-40EE-B15D-9D67F15126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DE4D700-4C7D-4F07-BB50-B5A3B33BF7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871864" y="3144355"/>
            <a:ext cx="2447912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2B40361-DF1F-4E76-B293-9DC861C0A9F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4876430" y="3576370"/>
            <a:ext cx="2447912" cy="288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Position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D2AB3001-CF7C-4AD0-A2FD-ED5030B12A4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8040592" y="3576337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Address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467E02-2251-4295-A4D3-7A8DC1007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8040592" y="4152215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Phone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6177655-1B1A-483B-98BB-8567B90BA8C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8040592" y="4728059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Mail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3DC7D85-2057-447E-9104-BCB7AA01521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8040592" y="5297761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Twitter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063810E8-7A7E-4094-BDDD-0E7D8BA5E68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8040592" y="5805296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FC38972E-5CAA-46B3-A7F5-ECAAF8C548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536160" y="3507293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1301495F-1C26-4AA4-A1CB-8F11E63CD66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 bwMode="gray">
          <a:xfrm>
            <a:off x="7536160" y="4083872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B50E680-4EE7-46FC-9905-CA02061BCBE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gray">
          <a:xfrm>
            <a:off x="7536160" y="4658435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1245ADEE-07B5-4286-9CBF-DA6876257E5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7608112" y="5297761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87064731-069F-4E8F-92FA-2790443A32E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 bwMode="gray">
          <a:xfrm>
            <a:off x="7608112" y="5810992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6429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  <p15:guide id="5" pos="3069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90C7DCE-D1CD-4CB9-8F01-40E811106A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274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2A78581E-EC2B-43EE-BA5B-287324E4FBB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5826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4503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02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03712" y="4005064"/>
            <a:ext cx="4896544" cy="792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B26A25-7CDC-4432-A192-DDF57B930275}"/>
              </a:ext>
            </a:extLst>
          </p:cNvPr>
          <p:cNvSpPr/>
          <p:nvPr userDrawn="1"/>
        </p:nvSpPr>
        <p:spPr bwMode="gray">
          <a:xfrm>
            <a:off x="8328248" y="0"/>
            <a:ext cx="3863752" cy="5445224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3503471" y="4941168"/>
            <a:ext cx="4896785" cy="935162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Optionaler Text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</p:spTree>
    <p:extLst>
      <p:ext uri="{BB962C8B-B14F-4D97-AF65-F5344CB8AC3E}">
        <p14:creationId xmlns:p14="http://schemas.microsoft.com/office/powerpoint/2010/main" val="34471636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A6CB929-62B2-4FE7-BE1A-CEF9D22900B8}"/>
              </a:ext>
            </a:extLst>
          </p:cNvPr>
          <p:cNvSpPr/>
          <p:nvPr userDrawn="1"/>
        </p:nvSpPr>
        <p:spPr bwMode="gray">
          <a:xfrm>
            <a:off x="6096000" y="0"/>
            <a:ext cx="6096000" cy="6093296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>
            <a:noAutofit/>
          </a:bodyPr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6588" y="4653248"/>
            <a:ext cx="4895999" cy="1008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58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orient="horz" pos="383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9F4942-862B-4AE7-8DC3-8DEA19E50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9E0217F-FCB1-472F-B800-3ADB7999D7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2740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c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1556792"/>
            <a:ext cx="10658475" cy="45360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3399081-B28F-4ABA-A951-E201993748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099518-9EB8-41FF-B9F6-30B2EC8991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69742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2133599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C294606-190B-4890-B07C-3B68975DD449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6239817" y="2132856"/>
            <a:ext cx="5184775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C2629-ECAE-4771-B97C-C8C52C60D7B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773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3749">
          <p15:clr>
            <a:srgbClr val="5ACBF0"/>
          </p15:clr>
        </p15:guide>
        <p15:guide id="6" pos="393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21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932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097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593858F5-4687-47AF-A000-65E342C5B8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7408" y="5229296"/>
            <a:ext cx="5040000" cy="864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C90B4A-5427-4B6F-86E8-848B8D309D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4234857"/>
            <a:ext cx="6166964" cy="706311"/>
          </a:xfrm>
          <a:solidFill>
            <a:schemeClr val="tx1"/>
          </a:solidFill>
        </p:spPr>
        <p:txBody>
          <a:bodyPr wrap="none" lIns="756000" tIns="144000" rIns="144000" bIns="144000" anchor="ctr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304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506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E9ECAE5-3083-41C9-B45F-ED0459519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0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0D25B8-CD92-457D-9ECC-CD6604C276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530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8DCEB5-9155-4443-B053-FBB3478A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E797D52-6AEB-41D2-BC95-741F2F3D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500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orient="horz" pos="1344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009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8CD0FA8F-1345-4EF2-8691-A68DDE9755A8}"/>
              </a:ext>
            </a:extLst>
          </p:cNvPr>
          <p:cNvSpPr/>
          <p:nvPr userDrawn="1"/>
        </p:nvSpPr>
        <p:spPr bwMode="gray">
          <a:xfrm>
            <a:off x="5394586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459C78-BBBF-4479-85FB-364180723BB6}"/>
              </a:ext>
            </a:extLst>
          </p:cNvPr>
          <p:cNvSpPr/>
          <p:nvPr userDrawn="1"/>
        </p:nvSpPr>
        <p:spPr bwMode="gray">
          <a:xfrm>
            <a:off x="8778578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5A718E8-9C93-457E-88A6-5B2F72A76218}"/>
              </a:ext>
            </a:extLst>
          </p:cNvPr>
          <p:cNvSpPr/>
          <p:nvPr userDrawn="1"/>
        </p:nvSpPr>
        <p:spPr bwMode="gray">
          <a:xfrm>
            <a:off x="2010594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864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236BD-F32B-49D8-9F01-5909BFBA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1FED50-E4A3-4EBE-B38A-E17AF3F9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44ECAB-6795-42AC-81AF-730C050BC53C}"/>
              </a:ext>
            </a:extLst>
          </p:cNvPr>
          <p:cNvSpPr/>
          <p:nvPr userDrawn="1"/>
        </p:nvSpPr>
        <p:spPr bwMode="gray">
          <a:xfrm>
            <a:off x="191344" y="4077072"/>
            <a:ext cx="1800200" cy="1800200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FB676B6F-04D0-40EE-B15D-9D67F15126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DE4D700-4C7D-4F07-BB50-B5A3B33BF7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871864" y="3144355"/>
            <a:ext cx="2447912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2B40361-DF1F-4E76-B293-9DC861C0A9F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4876430" y="3576370"/>
            <a:ext cx="2447912" cy="288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Position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D2AB3001-CF7C-4AD0-A2FD-ED5030B12A4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8040592" y="3576337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Address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467E02-2251-4295-A4D3-7A8DC1007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8040592" y="4152215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Phone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6177655-1B1A-483B-98BB-8567B90BA8C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8040592" y="4728059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Mail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3DC7D85-2057-447E-9104-BCB7AA01521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8040592" y="5297761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Twitter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063810E8-7A7E-4094-BDDD-0E7D8BA5E68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8040592" y="5805296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FC38972E-5CAA-46B3-A7F5-ECAAF8C548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536160" y="3507293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1301495F-1C26-4AA4-A1CB-8F11E63CD66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 bwMode="gray">
          <a:xfrm>
            <a:off x="7536160" y="4083872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B50E680-4EE7-46FC-9905-CA02061BCBE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gray">
          <a:xfrm>
            <a:off x="7536160" y="4658435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1245ADEE-07B5-4286-9CBF-DA6876257E5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7608112" y="5297761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87064731-069F-4E8F-92FA-2790443A32E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 bwMode="gray">
          <a:xfrm>
            <a:off x="7608112" y="5810992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6426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  <p15:guide id="5" pos="3069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90C7DCE-D1CD-4CB9-8F01-40E811106A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865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2A78581E-EC2B-43EE-BA5B-287324E4FBB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36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9719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9630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6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274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75740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405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939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90C7DCE-D1CD-4CB9-8F01-40E811106A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</p:txBody>
      </p:sp>
    </p:spTree>
    <p:extLst>
      <p:ext uri="{BB962C8B-B14F-4D97-AF65-F5344CB8AC3E}">
        <p14:creationId xmlns:p14="http://schemas.microsoft.com/office/powerpoint/2010/main" val="200221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2A78581E-EC2B-43EE-BA5B-287324E4FBB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435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5521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27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3503712" y="4005064"/>
            <a:ext cx="4896544" cy="792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B26A25-7CDC-4432-A192-DDF57B930275}"/>
              </a:ext>
            </a:extLst>
          </p:cNvPr>
          <p:cNvSpPr/>
          <p:nvPr userDrawn="1"/>
        </p:nvSpPr>
        <p:spPr bwMode="gray">
          <a:xfrm>
            <a:off x="8328248" y="0"/>
            <a:ext cx="3863752" cy="5445224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3503471" y="4941168"/>
            <a:ext cx="4896785" cy="935162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Optionaler Text</a:t>
            </a:r>
          </a:p>
          <a:p>
            <a:pPr lvl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947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A6CB929-62B2-4FE7-BE1A-CEF9D22900B8}"/>
              </a:ext>
            </a:extLst>
          </p:cNvPr>
          <p:cNvSpPr/>
          <p:nvPr userDrawn="1"/>
        </p:nvSpPr>
        <p:spPr bwMode="gray">
          <a:xfrm>
            <a:off x="6096000" y="0"/>
            <a:ext cx="6096000" cy="6093296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>
            <a:noAutofit/>
          </a:bodyPr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Mastertextformat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6588" y="4653248"/>
            <a:ext cx="4895999" cy="1008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3773496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orient="horz" pos="3838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muc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1556792"/>
            <a:ext cx="10658475" cy="4536033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3399081-B28F-4ABA-A951-E201993748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099518-9EB8-41FF-B9F6-30B2EC8991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15887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2133599"/>
            <a:ext cx="5184775" cy="3959226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C294606-190B-4890-B07C-3B68975DD44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6239817" y="2132856"/>
            <a:ext cx="5184775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C2629-ECAE-4771-B97C-C8C52C60D7B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7200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3749">
          <p15:clr>
            <a:srgbClr val="5ACBF0"/>
          </p15:clr>
        </p15:guide>
        <p15:guide id="6" pos="3931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08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4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436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593858F5-4687-47AF-A000-65E342C5B8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7408" y="5229296"/>
            <a:ext cx="5040000" cy="864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C90B4A-5427-4B6F-86E8-848B8D309D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4234857"/>
            <a:ext cx="6166964" cy="706311"/>
          </a:xfrm>
          <a:solidFill>
            <a:schemeClr val="tx1"/>
          </a:solidFill>
        </p:spPr>
        <p:txBody>
          <a:bodyPr wrap="none" lIns="756000" tIns="144000" rIns="144000" bIns="144000" anchor="ctr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36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250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E9ECAE5-3083-41C9-B45F-ED0459519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0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0D25B8-CD92-457D-9ECC-CD6604C276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10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24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8CD0FA8F-1345-4EF2-8691-A68DDE9755A8}"/>
              </a:ext>
            </a:extLst>
          </p:cNvPr>
          <p:cNvSpPr/>
          <p:nvPr userDrawn="1"/>
        </p:nvSpPr>
        <p:spPr bwMode="gray">
          <a:xfrm>
            <a:off x="5394586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459C78-BBBF-4479-85FB-364180723BB6}"/>
              </a:ext>
            </a:extLst>
          </p:cNvPr>
          <p:cNvSpPr/>
          <p:nvPr userDrawn="1"/>
        </p:nvSpPr>
        <p:spPr bwMode="gray">
          <a:xfrm>
            <a:off x="8778578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5A718E8-9C93-457E-88A6-5B2F72A76218}"/>
              </a:ext>
            </a:extLst>
          </p:cNvPr>
          <p:cNvSpPr/>
          <p:nvPr userDrawn="1"/>
        </p:nvSpPr>
        <p:spPr bwMode="gray">
          <a:xfrm>
            <a:off x="2010594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99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236BD-F32B-49D8-9F01-5909BFBA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1FED50-E4A3-4EBE-B38A-E17AF3F9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44ECAB-6795-42AC-81AF-730C050BC53C}"/>
              </a:ext>
            </a:extLst>
          </p:cNvPr>
          <p:cNvSpPr/>
          <p:nvPr userDrawn="1"/>
        </p:nvSpPr>
        <p:spPr bwMode="gray">
          <a:xfrm>
            <a:off x="191344" y="4077072"/>
            <a:ext cx="1800200" cy="1800200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FB676B6F-04D0-40EE-B15D-9D67F15126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DE4D700-4C7D-4F07-BB50-B5A3B33BF7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871864" y="3144355"/>
            <a:ext cx="2447912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Name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2B40361-DF1F-4E76-B293-9DC861C0A9F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4876430" y="3576370"/>
            <a:ext cx="2447912" cy="288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Position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D2AB3001-CF7C-4AD0-A2FD-ED5030B12A4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8040592" y="3576337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Address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467E02-2251-4295-A4D3-7A8DC1007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8040592" y="4152215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Phone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6177655-1B1A-483B-98BB-8567B90BA8C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8040592" y="4728059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Mail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3DC7D85-2057-447E-9104-BCB7AA01521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8040592" y="5297761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Twitter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063810E8-7A7E-4094-BDDD-0E7D8BA5E68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8040592" y="5805296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FC38972E-5CAA-46B3-A7F5-ECAAF8C548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536160" y="3507293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1301495F-1C26-4AA4-A1CB-8F11E63CD66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 bwMode="gray">
          <a:xfrm>
            <a:off x="7536160" y="4083872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B50E680-4EE7-46FC-9905-CA02061BCBE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gray">
          <a:xfrm>
            <a:off x="7536160" y="4658435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1245ADEE-07B5-4286-9CBF-DA6876257E5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7608112" y="5297761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87064731-069F-4E8F-92FA-2790443A32E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 bwMode="gray">
          <a:xfrm>
            <a:off x="7608112" y="5810992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7469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  <p15:guide id="5" pos="3069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elfolie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A view of the earth from space&#10;&#10;Description automatically generated with low confidence">
            <a:extLst>
              <a:ext uri="{FF2B5EF4-FFF2-40B4-BE49-F238E27FC236}">
                <a16:creationId xmlns:a16="http://schemas.microsoft.com/office/drawing/2014/main" id="{EAAE45D3-8CF3-4BD0-AB6D-C5CCA64B76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6" descr="Text&#10;&#10;Description automatically generated">
            <a:extLst>
              <a:ext uri="{FF2B5EF4-FFF2-40B4-BE49-F238E27FC236}">
                <a16:creationId xmlns:a16="http://schemas.microsoft.com/office/drawing/2014/main" id="{7D949F2A-0C2C-4933-9C7F-DD81FD4F8C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46024" y="365125"/>
            <a:ext cx="1940858" cy="5748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F31B573-F80B-4BA5-989B-5ACE6677B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9788" y="4752000"/>
            <a:ext cx="6839943" cy="792000"/>
          </a:xfrm>
          <a:solidFill>
            <a:schemeClr val="tx1"/>
          </a:solidFill>
        </p:spPr>
        <p:txBody>
          <a:bodyPr lIns="180000" rIns="180000" anchor="ctr" anchorCtr="0">
            <a:normAutofit/>
          </a:bodyPr>
          <a:lstStyle>
            <a:lvl1pPr algn="l">
              <a:defRPr sz="4800" b="1"/>
            </a:lvl1pPr>
          </a:lstStyle>
          <a:p>
            <a:r>
              <a:rPr lang="en-US"/>
              <a:t>Title</a:t>
            </a:r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B34900D-F899-4614-BBFD-4B027A6EE3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5564472"/>
            <a:ext cx="4500000" cy="504000"/>
          </a:xfrm>
          <a:solidFill>
            <a:schemeClr val="tx1"/>
          </a:solidFill>
        </p:spPr>
        <p:txBody>
          <a:bodyPr lIns="180000" rIns="180000" anchor="ctr" anchorCtr="0">
            <a:normAutofit/>
          </a:bodyPr>
          <a:lstStyle>
            <a:lvl1pPr marL="0" indent="0" algn="l">
              <a:buNone/>
              <a:defRPr sz="2600" b="1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39482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6AB543-C436-4B00-AB8C-76379B84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fld id="{FB95B963-CBD6-47C4-B7CF-F60C897EE5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5C5441-54DD-4E25-992B-463A8B70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r>
              <a:rPr lang="de-DE"/>
              <a:t>Fußzeile</a:t>
            </a:r>
          </a:p>
        </p:txBody>
      </p:sp>
    </p:spTree>
    <p:extLst>
      <p:ext uri="{BB962C8B-B14F-4D97-AF65-F5344CB8AC3E}">
        <p14:creationId xmlns:p14="http://schemas.microsoft.com/office/powerpoint/2010/main" val="255937879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lide Smart 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9788" y="368299"/>
            <a:ext cx="8109003" cy="792163"/>
          </a:xfrm>
        </p:spPr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160462"/>
            <a:ext cx="6835008" cy="660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600" i="1" kern="1200" baseline="0" dirty="0" smtClean="0">
                <a:solidFill>
                  <a:srgbClr val="00B7F3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SMART ART Title</a:t>
            </a:r>
          </a:p>
        </p:txBody>
      </p:sp>
      <p:sp>
        <p:nvSpPr>
          <p:cNvPr id="4" name="SmartArt Placeholder 3"/>
          <p:cNvSpPr>
            <a:spLocks noGrp="1"/>
          </p:cNvSpPr>
          <p:nvPr>
            <p:ph type="dgm" sz="quarter" idx="15"/>
          </p:nvPr>
        </p:nvSpPr>
        <p:spPr>
          <a:xfrm>
            <a:off x="839788" y="2168524"/>
            <a:ext cx="10514012" cy="3636963"/>
          </a:xfrm>
        </p:spPr>
        <p:txBody>
          <a:bodyPr/>
          <a:lstStyle/>
          <a:p>
            <a:r>
              <a:rPr lang="de-DE"/>
              <a:t>Klicken Sie auf das Symbol, um die SmartArt-Grafik hinzuzufügen</a:t>
            </a:r>
            <a:endParaRPr lang="en-US"/>
          </a:p>
        </p:txBody>
      </p:sp>
      <p:sp>
        <p:nvSpPr>
          <p:cNvPr id="17" name="Foliennummernplatzhalter 5">
            <a:extLst>
              <a:ext uri="{FF2B5EF4-FFF2-40B4-BE49-F238E27FC236}">
                <a16:creationId xmlns:a16="http://schemas.microsoft.com/office/drawing/2014/main" id="{800B3252-97CB-4C06-A219-044304B3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fld id="{FB95B963-CBD6-47C4-B7CF-F60C897EE538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Fußzeilenplatzhalter 4">
            <a:extLst>
              <a:ext uri="{FF2B5EF4-FFF2-40B4-BE49-F238E27FC236}">
                <a16:creationId xmlns:a16="http://schemas.microsoft.com/office/drawing/2014/main" id="{7516B367-9AC4-4223-82D3-6923ECE66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61179"/>
            <a:ext cx="7177857" cy="365125"/>
          </a:xfrm>
        </p:spPr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r>
              <a:rPr lang="de-DE"/>
              <a:t>Fußzeile</a:t>
            </a:r>
          </a:p>
        </p:txBody>
      </p:sp>
    </p:spTree>
    <p:extLst>
      <p:ext uri="{BB962C8B-B14F-4D97-AF65-F5344CB8AC3E}">
        <p14:creationId xmlns:p14="http://schemas.microsoft.com/office/powerpoint/2010/main" val="408108956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766764" y="4156294"/>
            <a:ext cx="7422179" cy="844810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01104"/>
            <a:ext cx="5332825" cy="660144"/>
          </a:xfrm>
          <a:solidFill>
            <a:schemeClr val="tx1"/>
          </a:solidFill>
        </p:spPr>
        <p:txBody>
          <a:bodyPr wrap="none" lIns="216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 marL="0" indent="0" algn="l">
              <a:spcBef>
                <a:spcPts val="0"/>
              </a:spcBef>
              <a:buNone/>
              <a:defRPr sz="2400" i="1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790C7DCE-D1CD-4CB9-8F01-40E811106A2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555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|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4293096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ECD1BD2-75F4-438E-8FD4-90F4AA8F7F1E}"/>
              </a:ext>
            </a:extLst>
          </p:cNvPr>
          <p:cNvSpPr>
            <a:spLocks noGrp="1" noChangeAspect="1"/>
          </p:cNvSpPr>
          <p:nvPr>
            <p:ph type="body" sz="quarter" idx="11" hasCustomPrompt="1"/>
          </p:nvPr>
        </p:nvSpPr>
        <p:spPr bwMode="gray">
          <a:xfrm>
            <a:off x="8760592" y="764704"/>
            <a:ext cx="2664000" cy="78628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766762" y="5040178"/>
            <a:ext cx="5082317" cy="660144"/>
          </a:xfrm>
          <a:solidFill>
            <a:schemeClr val="bg1"/>
          </a:solidFill>
        </p:spPr>
        <p:txBody>
          <a:bodyPr wrap="none" lIns="144000" tIns="144000" rIns="144000" bIns="144000" anchor="ctr">
            <a:spAutoFit/>
          </a:bodyPr>
          <a:lstStyle>
            <a:lvl1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1pPr>
            <a:lvl2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2pPr>
            <a:lvl3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3pPr>
            <a:lvl4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4pPr>
            <a:lvl5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5pPr>
            <a:lvl6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6pPr>
            <a:lvl7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7pPr>
            <a:lvl8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8pPr>
            <a:lvl9pPr marL="0" indent="0" algn="l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j-lt"/>
              </a:defRPr>
            </a:lvl9pPr>
          </a:lstStyle>
          <a:p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2A78581E-EC2B-43EE-BA5B-287324E4FBB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767408" y="5877271"/>
            <a:ext cx="5328000" cy="215553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2910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|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00B8-C9F6-4309-AA35-4FE3E0274861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3503712" y="2636936"/>
            <a:ext cx="5760000" cy="1656000"/>
          </a:xfrm>
          <a:noFill/>
        </p:spPr>
        <p:txBody>
          <a:bodyPr lIns="0"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3503712" y="4509224"/>
            <a:ext cx="5760640" cy="936000"/>
          </a:xfrm>
          <a:noFill/>
        </p:spPr>
        <p:txBody>
          <a:bodyPr lIns="0"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/>
              <a:t>Master-Untertitelformat bearbeiten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8866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| whi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63F43E0-0B72-4420-8EE0-463163215C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766763" y="5877272"/>
            <a:ext cx="7200000" cy="216000"/>
          </a:xfrm>
          <a:noFill/>
        </p:spPr>
        <p:txBody>
          <a:bodyPr lIns="0" anchor="b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None/>
              <a:defRPr lang="de-DE" sz="160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5pPr>
            <a:lvl6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6pPr>
            <a:lvl7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7pPr>
            <a:lvl8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8pPr>
            <a:lvl9pPr marL="0" indent="0" algn="l">
              <a:spcBef>
                <a:spcPts val="600"/>
              </a:spcBef>
              <a:spcAft>
                <a:spcPts val="0"/>
              </a:spcAft>
              <a:buNone/>
              <a:defRPr sz="1600" i="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Segoe UI" panose="020B0502040204020203" pitchFamily="34" charset="0"/>
              <a:buNone/>
            </a:pPr>
            <a:r>
              <a:rPr lang="en-GB"/>
              <a:t>Name, Date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A4B856-0844-4A5E-AE41-CE0BBB42EF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8760592" y="764704"/>
            <a:ext cx="2664000" cy="78288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4532A055-5BA4-4403-A366-228B9C50D371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6C1647F-2191-4247-81E8-9C228A0E5BB9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536DB5C-2D83-44B8-BE71-939DCF11D466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A59BA87-989B-4212-A385-88F9BBFFEE35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9FE805F-F04F-4C6C-8274-AAEFCB77EBC3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ACC9F7F-296D-4E68-BDF7-A6F7563550B2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77451F-5027-4D1C-AB4F-0DB789E7728E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CC8560-2321-46A0-98B8-3FADB7193A7A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1BB5C65-6A76-46C0-991A-9CEF370197C8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0" y="3762038"/>
            <a:ext cx="7967453" cy="990217"/>
          </a:xfrm>
          <a:solidFill>
            <a:schemeClr val="tx2"/>
          </a:solidFill>
        </p:spPr>
        <p:txBody>
          <a:bodyPr wrap="none" lIns="756000" tIns="144000" rIns="144000" bIns="288000" anchor="t" anchorCtr="0">
            <a:sp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79D0483-F35A-4EBC-8122-3E2AE11D9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6763" y="4509120"/>
            <a:ext cx="5082317" cy="660144"/>
          </a:xfrm>
          <a:solidFill>
            <a:schemeClr val="tx1"/>
          </a:solidFill>
        </p:spPr>
        <p:txBody>
          <a:bodyPr wrap="none" lIns="144000" tIns="144000" rIns="144000" bIns="144000">
            <a:spAutoFit/>
          </a:bodyPr>
          <a:lstStyle>
            <a:lvl1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1pPr>
            <a:lvl2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2pPr>
            <a:lvl3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3pPr>
            <a:lvl4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4pPr>
            <a:lvl5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5pPr>
            <a:lvl6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6pPr>
            <a:lvl7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7pPr>
            <a:lvl8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8pPr>
            <a:lvl9pPr marL="0" indent="0">
              <a:buFontTx/>
              <a:buNone/>
              <a:defRPr sz="24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/>
              <a:t>Master-</a:t>
            </a:r>
            <a:r>
              <a:rPr lang="en-GB" err="1"/>
              <a:t>Untertitelformat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66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03712" y="4005064"/>
            <a:ext cx="4896544" cy="792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24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B26A25-7CDC-4432-A192-DDF57B930275}"/>
              </a:ext>
            </a:extLst>
          </p:cNvPr>
          <p:cNvSpPr/>
          <p:nvPr userDrawn="1"/>
        </p:nvSpPr>
        <p:spPr bwMode="gray">
          <a:xfrm>
            <a:off x="8328248" y="0"/>
            <a:ext cx="3863752" cy="5445224"/>
          </a:xfrm>
          <a:custGeom>
            <a:avLst/>
            <a:gdLst>
              <a:gd name="connsiteX0" fmla="*/ 825519 w 3863752"/>
              <a:gd name="connsiteY0" fmla="*/ 0 h 5445224"/>
              <a:gd name="connsiteX1" fmla="*/ 3863752 w 3863752"/>
              <a:gd name="connsiteY1" fmla="*/ 0 h 5445224"/>
              <a:gd name="connsiteX2" fmla="*/ 3863752 w 3863752"/>
              <a:gd name="connsiteY2" fmla="*/ 5389750 h 5445224"/>
              <a:gd name="connsiteX3" fmla="*/ 3611094 w 3863752"/>
              <a:gd name="connsiteY3" fmla="*/ 5428310 h 5445224"/>
              <a:gd name="connsiteX4" fmla="*/ 3276129 w 3863752"/>
              <a:gd name="connsiteY4" fmla="*/ 5445224 h 5445224"/>
              <a:gd name="connsiteX5" fmla="*/ 0 w 3863752"/>
              <a:gd name="connsiteY5" fmla="*/ 2169095 h 5445224"/>
              <a:gd name="connsiteX6" fmla="*/ 748109 w 3863752"/>
              <a:gd name="connsiteY6" fmla="*/ 85173 h 544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3752" h="5445224">
                <a:moveTo>
                  <a:pt x="825519" y="0"/>
                </a:moveTo>
                <a:lnTo>
                  <a:pt x="3863752" y="0"/>
                </a:lnTo>
                <a:lnTo>
                  <a:pt x="3863752" y="5389750"/>
                </a:lnTo>
                <a:lnTo>
                  <a:pt x="3611094" y="5428310"/>
                </a:lnTo>
                <a:cubicBezTo>
                  <a:pt x="3500960" y="5439495"/>
                  <a:pt x="3389214" y="5445224"/>
                  <a:pt x="3276129" y="5445224"/>
                </a:cubicBezTo>
                <a:cubicBezTo>
                  <a:pt x="1466773" y="5445224"/>
                  <a:pt x="0" y="3978451"/>
                  <a:pt x="0" y="2169095"/>
                </a:cubicBezTo>
                <a:cubicBezTo>
                  <a:pt x="0" y="1377502"/>
                  <a:pt x="280750" y="651481"/>
                  <a:pt x="748109" y="85173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8352" y="2132856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de-DE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3503471" y="4941168"/>
            <a:ext cx="4896785" cy="935162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Optionaler Text</a:t>
            </a:r>
          </a:p>
          <a:p>
            <a:pPr lvl="1"/>
            <a:r>
              <a:rPr lang="de-DE"/>
              <a:t>Zwei</a:t>
            </a:r>
          </a:p>
          <a:p>
            <a:pPr lvl="2"/>
            <a:r>
              <a:rPr lang="de-DE"/>
              <a:t>Drei</a:t>
            </a:r>
          </a:p>
          <a:p>
            <a:pPr lvl="3"/>
            <a:r>
              <a:rPr lang="de-DE"/>
              <a:t>Vier</a:t>
            </a:r>
          </a:p>
          <a:p>
            <a:pPr lvl="4"/>
            <a:r>
              <a:rPr lang="de-DE"/>
              <a:t>Fünf</a:t>
            </a:r>
          </a:p>
          <a:p>
            <a:pPr lvl="5"/>
            <a:r>
              <a:rPr lang="de-DE"/>
              <a:t>Sechs</a:t>
            </a:r>
          </a:p>
          <a:p>
            <a:pPr lvl="6"/>
            <a:r>
              <a:rPr lang="de-DE"/>
              <a:t>Sieben</a:t>
            </a:r>
          </a:p>
          <a:p>
            <a:pPr lvl="7"/>
            <a:r>
              <a:rPr lang="de-DE"/>
              <a:t>Acht</a:t>
            </a:r>
          </a:p>
          <a:p>
            <a:pPr lvl="8"/>
            <a:r>
              <a:rPr lang="de-DE"/>
              <a:t>Neun</a:t>
            </a:r>
          </a:p>
        </p:txBody>
      </p:sp>
    </p:spTree>
    <p:extLst>
      <p:ext uri="{BB962C8B-B14F-4D97-AF65-F5344CB8AC3E}">
        <p14:creationId xmlns:p14="http://schemas.microsoft.com/office/powerpoint/2010/main" val="1494462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A6CB929-62B2-4FE7-BE1A-CEF9D22900B8}"/>
              </a:ext>
            </a:extLst>
          </p:cNvPr>
          <p:cNvSpPr/>
          <p:nvPr userDrawn="1"/>
        </p:nvSpPr>
        <p:spPr bwMode="gray">
          <a:xfrm>
            <a:off x="6096000" y="0"/>
            <a:ext cx="6096000" cy="6093296"/>
          </a:xfrm>
          <a:custGeom>
            <a:avLst/>
            <a:gdLst>
              <a:gd name="connsiteX0" fmla="*/ 1006390 w 6096000"/>
              <a:gd name="connsiteY0" fmla="*/ 0 h 6093296"/>
              <a:gd name="connsiteX1" fmla="*/ 6096000 w 6096000"/>
              <a:gd name="connsiteY1" fmla="*/ 0 h 6093296"/>
              <a:gd name="connsiteX2" fmla="*/ 6096000 w 6096000"/>
              <a:gd name="connsiteY2" fmla="*/ 5084450 h 6093296"/>
              <a:gd name="connsiteX3" fmla="*/ 5890589 w 6096000"/>
              <a:gd name="connsiteY3" fmla="*/ 5271140 h 6093296"/>
              <a:gd name="connsiteX4" fmla="*/ 3600400 w 6096000"/>
              <a:gd name="connsiteY4" fmla="*/ 6093296 h 6093296"/>
              <a:gd name="connsiteX5" fmla="*/ 0 w 6096000"/>
              <a:gd name="connsiteY5" fmla="*/ 2492896 h 6093296"/>
              <a:gd name="connsiteX6" fmla="*/ 822157 w 6096000"/>
              <a:gd name="connsiteY6" fmla="*/ 202707 h 6093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093296">
                <a:moveTo>
                  <a:pt x="1006390" y="0"/>
                </a:moveTo>
                <a:lnTo>
                  <a:pt x="6096000" y="0"/>
                </a:lnTo>
                <a:lnTo>
                  <a:pt x="6096000" y="5084450"/>
                </a:lnTo>
                <a:lnTo>
                  <a:pt x="5890589" y="5271140"/>
                </a:lnTo>
                <a:cubicBezTo>
                  <a:pt x="5268227" y="5784758"/>
                  <a:pt x="4470345" y="6093296"/>
                  <a:pt x="3600400" y="6093296"/>
                </a:cubicBezTo>
                <a:cubicBezTo>
                  <a:pt x="1611954" y="6093296"/>
                  <a:pt x="0" y="4481342"/>
                  <a:pt x="0" y="2492896"/>
                </a:cubicBezTo>
                <a:cubicBezTo>
                  <a:pt x="0" y="1622951"/>
                  <a:pt x="308538" y="825069"/>
                  <a:pt x="822157" y="202707"/>
                </a:cubicBezTo>
                <a:close/>
              </a:path>
            </a:pathLst>
          </a:cu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C20F7C-3931-4AF5-83F3-F3BA74B04D3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1" y="3573016"/>
            <a:ext cx="4896000" cy="792000"/>
          </a:xfrm>
        </p:spPr>
        <p:txBody>
          <a:bodyPr anchor="b" anchorCtr="0">
            <a:noAutofit/>
          </a:bodyPr>
          <a:lstStyle>
            <a:lvl1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3200" b="1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AE3397-185F-4DE1-892E-ACCF159F8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0" y="4113168"/>
            <a:ext cx="1656000" cy="1656000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anchor="ctr">
            <a:normAutofit/>
          </a:bodyPr>
          <a:lstStyle>
            <a:lvl1pPr algn="ctr">
              <a:defRPr sz="8000" b="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01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A0B2D49-5062-4D7B-9E04-278B089F2FF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6588" y="4653248"/>
            <a:ext cx="4895999" cy="1008000"/>
          </a:xfrm>
        </p:spPr>
        <p:txBody>
          <a:bodyPr>
            <a:noAutofit/>
          </a:bodyPr>
          <a:lstStyle>
            <a:lvl1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43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orient="horz" pos="3838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9F4942-862B-4AE7-8DC3-8DEA19E50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9E0217F-FCB1-472F-B800-3ADB7999D7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58309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3" y="2133599"/>
            <a:ext cx="5184775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C294606-190B-4890-B07C-3B68975DD449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6239817" y="2132856"/>
            <a:ext cx="5184775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C2629-ECAE-4771-B97C-C8C52C60D7B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70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3749">
          <p15:clr>
            <a:srgbClr val="5ACBF0"/>
          </p15:clr>
        </p15:guide>
        <p15:guide id="6" pos="3931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| S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hteck 236">
            <a:extLst>
              <a:ext uri="{FF2B5EF4-FFF2-40B4-BE49-F238E27FC236}">
                <a16:creationId xmlns:a16="http://schemas.microsoft.com/office/drawing/2014/main" id="{AB960050-EE5E-4B7F-9100-A8DE2BDA2CEC}"/>
              </a:ext>
            </a:extLst>
          </p:cNvPr>
          <p:cNvSpPr/>
          <p:nvPr userDrawn="1"/>
        </p:nvSpPr>
        <p:spPr bwMode="gray">
          <a:xfrm>
            <a:off x="7608888" y="0"/>
            <a:ext cx="4583112" cy="6858000"/>
          </a:xfrm>
          <a:prstGeom prst="rect">
            <a:avLst/>
          </a:prstGeom>
          <a:pattFill prst="wdUp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55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BD7DB23-9931-42B8-9610-9F7AB2C00D0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pic>
        <p:nvPicPr>
          <p:cNvPr id="238" name="Grafik 237">
            <a:extLst>
              <a:ext uri="{FF2B5EF4-FFF2-40B4-BE49-F238E27FC236}">
                <a16:creationId xmlns:a16="http://schemas.microsoft.com/office/drawing/2014/main" id="{4591416F-616B-43EB-98A3-47804B2F5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15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8DFEEB7C-F76C-49E8-A206-5E25BF4E3C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08888" y="0"/>
            <a:ext cx="4583112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766764" y="2133599"/>
            <a:ext cx="6553200" cy="3959226"/>
          </a:xfrm>
        </p:spPr>
        <p:txBody>
          <a:bodyPr/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FC7DAC-89A5-4B89-BC9A-1717238D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6552584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56C6FE21-6ABD-47BD-A597-14F65A78FD92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 bwMode="gray">
          <a:xfrm>
            <a:off x="9840592" y="788974"/>
            <a:ext cx="1584000" cy="467519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solidFill>
              <a:schemeClr val="tx2">
                <a:alpha val="0"/>
              </a:schemeClr>
            </a:solidFill>
          </a:ln>
        </p:spPr>
        <p:txBody>
          <a:bodyPr/>
          <a:lstStyle/>
          <a:p>
            <a:pPr lvl="0"/>
            <a:r>
              <a:rPr lang="en-GB"/>
              <a:t>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F76FAF1B-5A59-4885-96BF-6BEE4F89BD9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4" y="260752"/>
            <a:ext cx="6553200" cy="936000"/>
          </a:xfrm>
        </p:spPr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039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  <p15:guide id="5" pos="4793">
          <p15:clr>
            <a:srgbClr val="5ACBF0"/>
          </p15:clr>
        </p15:guide>
        <p15:guide id="6" pos="4611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Picture |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F6C3A47-D24D-437C-8C58-6578B75380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3A9AEAA-16C3-41C3-A7B7-1098994EE40E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4DBD4BB-292B-4760-BF40-DA8D56FA3AE2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C5BAC43-B9EA-41CE-BA8E-88265BBED7D3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15B8B3A-A4F0-4607-BBAE-C29903ACEC5B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51682A4-D503-4705-BEFD-A76B237EE00B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B701514-3F93-4B11-A17D-7C51BA025700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0A138B-49BC-49A3-8D90-059C30468FDB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5AA852F-80E1-4C3A-8BCD-E30CE5D37D70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593858F5-4687-47AF-A000-65E342C5B88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767408" y="5229296"/>
            <a:ext cx="5040000" cy="864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err="1"/>
              <a:t>Optionaler</a:t>
            </a:r>
            <a:r>
              <a:rPr lang="en-GB"/>
              <a:t> Text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C90B4A-5427-4B6F-86E8-848B8D309DA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" y="4234857"/>
            <a:ext cx="6166964" cy="706311"/>
          </a:xfrm>
          <a:solidFill>
            <a:schemeClr val="tx1"/>
          </a:solidFill>
        </p:spPr>
        <p:txBody>
          <a:bodyPr wrap="none" lIns="756000" tIns="144000" rIns="144000" bIns="144000" anchor="ctr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257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036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line |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1E9ECAE5-3083-41C9-B45F-ED04595194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766763" y="2133600"/>
            <a:ext cx="10658476" cy="3959225"/>
          </a:xfr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00D25B8-CD92-457D-9ECC-CD6604C276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827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744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8CD0FA8F-1345-4EF2-8691-A68DDE9755A8}"/>
              </a:ext>
            </a:extLst>
          </p:cNvPr>
          <p:cNvSpPr/>
          <p:nvPr userDrawn="1"/>
        </p:nvSpPr>
        <p:spPr bwMode="gray">
          <a:xfrm>
            <a:off x="5394586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7459C78-BBBF-4479-85FB-364180723BB6}"/>
              </a:ext>
            </a:extLst>
          </p:cNvPr>
          <p:cNvSpPr/>
          <p:nvPr userDrawn="1"/>
        </p:nvSpPr>
        <p:spPr bwMode="gray">
          <a:xfrm>
            <a:off x="8778578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5A718E8-9C93-457E-88A6-5B2F72A76218}"/>
              </a:ext>
            </a:extLst>
          </p:cNvPr>
          <p:cNvSpPr/>
          <p:nvPr userDrawn="1"/>
        </p:nvSpPr>
        <p:spPr bwMode="gray">
          <a:xfrm>
            <a:off x="2010594" y="2223914"/>
            <a:ext cx="1296000" cy="1296000"/>
          </a:xfrm>
          <a:prstGeom prst="rect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9FD2AF-0E30-4B52-9674-D475A9DE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6A205-2035-4412-AADC-29EB3E7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B8E0EFC-E370-4114-AEE8-D6B92840DD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F172FE0-F09B-46EA-905A-FA9C5FEC62F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EC7B2AB-1BB5-47BD-BA45-4A24038C63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1920064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7DE8488-BF17-4C52-A8D2-BA1DCEB8AF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127832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BF6649A9-F073-438D-8044-3778AAD4707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1127448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E1CA66A1-C508-404B-BDBC-1971F6277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5304056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1C188FD5-047D-4A29-8E2A-5F9BDD1986A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4511824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3F26723E-8610-4C8B-98C6-BB6EC169D6E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4511440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B5C5BBF-B744-4DFC-9BFB-5EF6294BA0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8688048" y="2132856"/>
            <a:ext cx="1296000" cy="1296000"/>
          </a:xfrm>
          <a:prstGeom prst="rect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89355300-EC27-4CF3-8AC6-CB8691A4F21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895816" y="3645495"/>
            <a:ext cx="2880704" cy="431577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ctr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20DC08D-25DD-45A6-9E57-CDAB3591786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895432" y="4149551"/>
            <a:ext cx="2880704" cy="1943274"/>
          </a:xfrm>
        </p:spPr>
        <p:txBody>
          <a:bodyPr>
            <a:noAutofit/>
          </a:bodyPr>
          <a:lstStyle>
            <a:lvl1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ctr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Description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24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97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483">
          <p15:clr>
            <a:srgbClr val="5ACBF0"/>
          </p15:clr>
        </p15:guide>
        <p15:guide id="4" orient="horz" pos="1344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E236BD-F32B-49D8-9F01-5909BFBA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1FED50-E4A3-4EBE-B38A-E17AF3F9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344ECAB-6795-42AC-81AF-730C050BC53C}"/>
              </a:ext>
            </a:extLst>
          </p:cNvPr>
          <p:cNvSpPr/>
          <p:nvPr userDrawn="1"/>
        </p:nvSpPr>
        <p:spPr bwMode="gray">
          <a:xfrm>
            <a:off x="191344" y="4077072"/>
            <a:ext cx="1800200" cy="1800200"/>
          </a:xfrm>
          <a:prstGeom prst="ellipse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err="1">
              <a:solidFill>
                <a:schemeClr val="tx1"/>
              </a:solidFill>
            </a:endParaRP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FB676B6F-04D0-40EE-B15D-9D67F15126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07368" y="1268760"/>
            <a:ext cx="4176000" cy="4176000"/>
          </a:xfrm>
          <a:prstGeom prst="ellipse">
            <a:avLst/>
          </a:prstGeom>
          <a:solidFill>
            <a:schemeClr val="bg2"/>
          </a:solidFill>
        </p:spPr>
        <p:txBody>
          <a:bodyPr bIns="828000" anchor="ctr">
            <a:normAutofit/>
          </a:bodyPr>
          <a:lstStyle>
            <a:lvl1pPr algn="ctr">
              <a:defRPr sz="1200"/>
            </a:lvl1pPr>
          </a:lstStyle>
          <a:p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DE4D700-4C7D-4F07-BB50-B5A3B33BF73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871864" y="3144355"/>
            <a:ext cx="2447912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1588" indent="0" algn="l">
              <a:spcBef>
                <a:spcPts val="0"/>
              </a:spcBef>
              <a:buNone/>
              <a:defRPr sz="1800"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42B40361-DF1F-4E76-B293-9DC861C0A9F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 bwMode="gray">
          <a:xfrm>
            <a:off x="4876430" y="3576370"/>
            <a:ext cx="2447912" cy="288000"/>
          </a:xfrm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Position</a:t>
            </a:r>
          </a:p>
          <a:p>
            <a:pPr lvl="1"/>
            <a:r>
              <a:rPr lang="en-GB"/>
              <a:t>Zwei</a:t>
            </a:r>
          </a:p>
          <a:p>
            <a:pPr lvl="2"/>
            <a:r>
              <a:rPr lang="en-GB" err="1"/>
              <a:t>Drei</a:t>
            </a:r>
            <a:endParaRPr lang="en-GB"/>
          </a:p>
          <a:p>
            <a:pPr lvl="3"/>
            <a:r>
              <a:rPr lang="en-GB" err="1"/>
              <a:t>Vier</a:t>
            </a:r>
            <a:endParaRPr lang="en-GB"/>
          </a:p>
          <a:p>
            <a:pPr lvl="4"/>
            <a:r>
              <a:rPr lang="en-GB" err="1"/>
              <a:t>Fünf</a:t>
            </a:r>
            <a:endParaRPr lang="en-GB"/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D2AB3001-CF7C-4AD0-A2FD-ED5030B12A4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8040592" y="3576337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Address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F467E02-2251-4295-A4D3-7A8DC1007C5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 bwMode="gray">
          <a:xfrm>
            <a:off x="8040592" y="4152215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Phone</a:t>
            </a: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6177655-1B1A-483B-98BB-8567B90BA8C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 bwMode="gray">
          <a:xfrm>
            <a:off x="8040592" y="4728059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Mail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A3DC7D85-2057-447E-9104-BCB7AA01521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8040592" y="5297761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Twitter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063810E8-7A7E-4094-BDDD-0E7D8BA5E68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8040592" y="5805296"/>
            <a:ext cx="3384000" cy="288000"/>
          </a:xfrm>
        </p:spPr>
        <p:txBody>
          <a:bodyPr anchor="b" anchorCtr="0"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LinkedIn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FC38972E-5CAA-46B3-A7F5-ECAAF8C54813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 bwMode="gray">
          <a:xfrm>
            <a:off x="7536160" y="3507293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7" name="Textplatzhalter 2">
            <a:extLst>
              <a:ext uri="{FF2B5EF4-FFF2-40B4-BE49-F238E27FC236}">
                <a16:creationId xmlns:a16="http://schemas.microsoft.com/office/drawing/2014/main" id="{1301495F-1C26-4AA4-A1CB-8F11E63CD66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 bwMode="gray">
          <a:xfrm>
            <a:off x="7536160" y="4083872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5B50E680-4EE7-46FC-9905-CA02061BCBEE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 bwMode="gray">
          <a:xfrm>
            <a:off x="7536160" y="4658435"/>
            <a:ext cx="432000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1245ADEE-07B5-4286-9CBF-DA6876257E53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7608112" y="5297761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87064731-069F-4E8F-92FA-2790443A32E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 bwMode="gray">
          <a:xfrm>
            <a:off x="7608112" y="5810992"/>
            <a:ext cx="288000" cy="28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1588" indent="0" algn="l">
              <a:spcBef>
                <a:spcPts val="0"/>
              </a:spcBef>
              <a:buNone/>
              <a:defRPr sz="1800" i="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4326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5ACBF0"/>
          </p15:clr>
        </p15:guide>
        <p15:guide id="2" pos="7197">
          <p15:clr>
            <a:srgbClr val="5ACBF0"/>
          </p15:clr>
        </p15:guide>
        <p15:guide id="3" orient="horz" pos="3838">
          <p15:clr>
            <a:srgbClr val="5ACBF0"/>
          </p15:clr>
        </p15:guide>
        <p15:guide id="5" pos="3069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E80C4A-E133-4D33-A918-188A03B20D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B3B916-50E2-42EE-B2E7-0203EB77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95B963-CBD6-47C4-B7CF-F60C897EE538}" type="slidenum">
              <a:rPr kumimoji="0" lang="de-DE" sz="1200" b="0" i="1" u="none" strike="noStrike" kern="1200" cap="none" spc="0" normalizeH="0" baseline="0" noProof="0" smtClean="0">
                <a:ln>
                  <a:noFill/>
                </a:ln>
                <a:solidFill>
                  <a:srgbClr val="00B7F4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Segoe UI" panose="020B0502040204020203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200" b="0" i="1" u="none" strike="noStrike" kern="1200" cap="none" spc="0" normalizeH="0" baseline="0" noProof="0">
              <a:ln>
                <a:noFill/>
              </a:ln>
              <a:solidFill>
                <a:srgbClr val="00B7F4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18AF9B4-D53B-48CC-B719-350DF8315F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9788" y="1100303"/>
            <a:ext cx="5580000" cy="468000"/>
          </a:xfrm>
        </p:spPr>
        <p:txBody>
          <a:bodyPr>
            <a:normAutofit/>
          </a:bodyPr>
          <a:lstStyle>
            <a:lvl1pPr marL="0" indent="0">
              <a:buNone/>
              <a:defRPr sz="2400" b="1" i="1">
                <a:solidFill>
                  <a:srgbClr val="00B7F4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/>
              <a:t>Sub Title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02CCD9-A865-4936-A2ED-9048B7B98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B7F4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1" u="none" strike="noStrike" kern="1200" cap="none" spc="0" normalizeH="0" baseline="0" noProof="0">
              <a:ln>
                <a:noFill/>
              </a:ln>
              <a:solidFill>
                <a:srgbClr val="00B7F4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44371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7BBB15-227F-45AD-B6FB-4F74D670DA84}"/>
              </a:ext>
            </a:extLst>
          </p:cNvPr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16F491-7036-4E36-99B9-2ACCC725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75F291-B186-437B-9BD4-204251E78F38}" type="slidenum">
              <a:rPr kumimoji="0" lang="en-GB" sz="1000" b="0" i="1" u="none" strike="noStrike" kern="1200" cap="none" spc="0" normalizeH="0" baseline="0" noProof="0" smtClean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1" u="none" strike="noStrike" kern="1200" cap="none" spc="0" normalizeH="0" baseline="0" noProof="0">
              <a:ln>
                <a:noFill/>
              </a:ln>
              <a:solidFill>
                <a:srgbClr val="0BA2E3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7F6D6D5-AAF7-451F-93D6-110A6B6E0B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67408" y="1196752"/>
            <a:ext cx="7920880" cy="360000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0" indent="0">
              <a:spcBef>
                <a:spcPts val="0"/>
              </a:spcBef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None/>
              <a:defRPr i="1">
                <a:solidFill>
                  <a:schemeClr val="tx2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en-GB" err="1"/>
              <a:t>Optionale</a:t>
            </a:r>
            <a:r>
              <a:rPr lang="en-GB"/>
              <a:t> Sub-Headline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89F4942-862B-4AE7-8DC3-8DEA19E507D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9E0217F-FCB1-472F-B800-3ADB7999D7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1" u="none" strike="noStrike" kern="1200" cap="none" spc="0" normalizeH="0" baseline="0" noProof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Title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57132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orient="horz" pos="3838">
          <p15:clr>
            <a:srgbClr val="5ACBF0"/>
          </p15:clr>
        </p15:guide>
        <p15:guide id="3" pos="7197">
          <p15:clr>
            <a:srgbClr val="5ACBF0"/>
          </p15:clr>
        </p15:guide>
        <p15:guide id="4" pos="483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64.xml"/><Relationship Id="rId42" Type="http://schemas.openxmlformats.org/officeDocument/2006/relationships/slideLayout" Target="../slideLayouts/slideLayout72.xml"/><Relationship Id="rId47" Type="http://schemas.openxmlformats.org/officeDocument/2006/relationships/slideLayout" Target="../slideLayouts/slideLayout77.xml"/><Relationship Id="rId50" Type="http://schemas.openxmlformats.org/officeDocument/2006/relationships/slideLayout" Target="../slideLayouts/slideLayout80.xml"/><Relationship Id="rId55" Type="http://schemas.openxmlformats.org/officeDocument/2006/relationships/slideLayout" Target="../slideLayouts/slideLayout85.xml"/><Relationship Id="rId63" Type="http://schemas.openxmlformats.org/officeDocument/2006/relationships/slideLayout" Target="../slideLayouts/slideLayout93.xml"/><Relationship Id="rId68" Type="http://schemas.openxmlformats.org/officeDocument/2006/relationships/image" Target="../media/image2.svg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slideLayout" Target="../slideLayouts/slideLayout62.xml"/><Relationship Id="rId37" Type="http://schemas.openxmlformats.org/officeDocument/2006/relationships/slideLayout" Target="../slideLayouts/slideLayout67.xml"/><Relationship Id="rId40" Type="http://schemas.openxmlformats.org/officeDocument/2006/relationships/slideLayout" Target="../slideLayouts/slideLayout70.xml"/><Relationship Id="rId45" Type="http://schemas.openxmlformats.org/officeDocument/2006/relationships/slideLayout" Target="../slideLayouts/slideLayout75.xml"/><Relationship Id="rId53" Type="http://schemas.openxmlformats.org/officeDocument/2006/relationships/slideLayout" Target="../slideLayouts/slideLayout83.xml"/><Relationship Id="rId58" Type="http://schemas.openxmlformats.org/officeDocument/2006/relationships/slideLayout" Target="../slideLayouts/slideLayout88.xml"/><Relationship Id="rId6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35.xml"/><Relationship Id="rId61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Relationship Id="rId35" Type="http://schemas.openxmlformats.org/officeDocument/2006/relationships/slideLayout" Target="../slideLayouts/slideLayout65.xml"/><Relationship Id="rId43" Type="http://schemas.openxmlformats.org/officeDocument/2006/relationships/slideLayout" Target="../slideLayouts/slideLayout73.xml"/><Relationship Id="rId48" Type="http://schemas.openxmlformats.org/officeDocument/2006/relationships/slideLayout" Target="../slideLayouts/slideLayout78.xml"/><Relationship Id="rId56" Type="http://schemas.openxmlformats.org/officeDocument/2006/relationships/slideLayout" Target="../slideLayouts/slideLayout86.xml"/><Relationship Id="rId64" Type="http://schemas.openxmlformats.org/officeDocument/2006/relationships/slideLayout" Target="../slideLayouts/slideLayout94.xml"/><Relationship Id="rId8" Type="http://schemas.openxmlformats.org/officeDocument/2006/relationships/slideLayout" Target="../slideLayouts/slideLayout38.xml"/><Relationship Id="rId51" Type="http://schemas.openxmlformats.org/officeDocument/2006/relationships/slideLayout" Target="../slideLayouts/slideLayout81.xml"/><Relationship Id="rId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slideLayout" Target="../slideLayouts/slideLayout63.xml"/><Relationship Id="rId38" Type="http://schemas.openxmlformats.org/officeDocument/2006/relationships/slideLayout" Target="../slideLayouts/slideLayout68.xml"/><Relationship Id="rId46" Type="http://schemas.openxmlformats.org/officeDocument/2006/relationships/slideLayout" Target="../slideLayouts/slideLayout76.xml"/><Relationship Id="rId59" Type="http://schemas.openxmlformats.org/officeDocument/2006/relationships/slideLayout" Target="../slideLayouts/slideLayout89.xml"/><Relationship Id="rId67" Type="http://schemas.openxmlformats.org/officeDocument/2006/relationships/theme" Target="../theme/theme3.xml"/><Relationship Id="rId20" Type="http://schemas.openxmlformats.org/officeDocument/2006/relationships/slideLayout" Target="../slideLayouts/slideLayout50.xml"/><Relationship Id="rId41" Type="http://schemas.openxmlformats.org/officeDocument/2006/relationships/slideLayout" Target="../slideLayouts/slideLayout71.xml"/><Relationship Id="rId54" Type="http://schemas.openxmlformats.org/officeDocument/2006/relationships/slideLayout" Target="../slideLayouts/slideLayout84.xml"/><Relationship Id="rId6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36" Type="http://schemas.openxmlformats.org/officeDocument/2006/relationships/slideLayout" Target="../slideLayouts/slideLayout66.xml"/><Relationship Id="rId49" Type="http://schemas.openxmlformats.org/officeDocument/2006/relationships/slideLayout" Target="../slideLayouts/slideLayout79.xml"/><Relationship Id="rId57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61.xml"/><Relationship Id="rId44" Type="http://schemas.openxmlformats.org/officeDocument/2006/relationships/slideLayout" Target="../slideLayouts/slideLayout74.xml"/><Relationship Id="rId52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90.xml"/><Relationship Id="rId6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C0FC6B-0209-C3F1-51D5-8260E753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94793-AE39-671A-18B4-EEBDD11A4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1119-CF1B-938F-892C-5CF82FD5F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9D35F-1503-4C00-A440-986364EAA8E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A78C3-355A-7AF6-8B17-8679783DB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22707-DFD9-9D40-0E3C-67F6705DE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C0A4F-7BBC-44F9-ACD6-72E86EC651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05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CE0DF8-821F-4C30-892B-307669EE6CF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3" y="2133599"/>
            <a:ext cx="10658475" cy="39592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6C3840-DFAA-4153-A3DF-F2C9EDA63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Towards RAM5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9AF998-D1FE-439C-B6E2-79EA2D874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3B0CB32-D26C-4139-AC97-E615E3B183C5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1DC9A3A-ED32-4D4A-8D19-82540736128D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4806E07-6018-4E57-B4F4-8AC531367F2F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5DE8584-6E72-4669-AAC3-55D6D4CF1F80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46B53A-62D7-4048-A306-E08508CA9F04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B0281E8-DEEF-4F7C-BC61-93198CAAFD38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AB5255D-CE7A-424C-86F5-B3506F3CF776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A0C3F2F-BD2D-471F-A7EC-96B76086BCC2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3366713-9D75-410E-8FEC-A3C9DEDF5C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3" y="260752"/>
            <a:ext cx="7921625" cy="936000"/>
          </a:xfrm>
          <a:prstGeom prst="rect">
            <a:avLst/>
          </a:prstGeom>
        </p:spPr>
        <p:txBody>
          <a:bodyPr vert="horz" lIns="0" tIns="0" rIns="0" bIns="54000" rtlCol="0" anchor="b">
            <a:normAutofit/>
          </a:bodyPr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50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CE0DF8-821F-4C30-892B-307669EE6CF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766763" y="2133599"/>
            <a:ext cx="10658475" cy="39592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err="1"/>
              <a:t>Mastertextformat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</a:t>
            </a:r>
            <a:endParaRPr lang="en-GB"/>
          </a:p>
          <a:p>
            <a:pPr lvl="6"/>
            <a:r>
              <a:rPr lang="en-GB"/>
              <a:t>Sieben</a:t>
            </a:r>
          </a:p>
          <a:p>
            <a:pPr lvl="7"/>
            <a:r>
              <a:rPr lang="en-GB" err="1"/>
              <a:t>Acht</a:t>
            </a:r>
            <a:endParaRPr lang="en-GB"/>
          </a:p>
          <a:p>
            <a:pPr lvl="8"/>
            <a:r>
              <a:rPr lang="en-GB" err="1"/>
              <a:t>Neun</a:t>
            </a:r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6C3840-DFAA-4153-A3DF-F2C9EDA63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766762" y="6381328"/>
            <a:ext cx="6553014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GB"/>
              <a:t>Title of presentation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9AF998-D1FE-439C-B6E2-79EA2D874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0776520" y="6381328"/>
            <a:ext cx="648072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i="1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8D75F291-B186-437B-9BD4-204251E78F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3B0CB32-D26C-4139-AC97-E615E3B183C5}"/>
              </a:ext>
            </a:extLst>
          </p:cNvPr>
          <p:cNvSpPr/>
          <p:nvPr userDrawn="1"/>
        </p:nvSpPr>
        <p:spPr bwMode="gray">
          <a:xfrm>
            <a:off x="76740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1DC9A3A-ED32-4D4A-8D19-82540736128D}"/>
              </a:ext>
            </a:extLst>
          </p:cNvPr>
          <p:cNvSpPr/>
          <p:nvPr userDrawn="1"/>
        </p:nvSpPr>
        <p:spPr bwMode="gray">
          <a:xfrm>
            <a:off x="213496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4806E07-6018-4E57-B4F4-8AC531367F2F}"/>
              </a:ext>
            </a:extLst>
          </p:cNvPr>
          <p:cNvSpPr/>
          <p:nvPr userDrawn="1"/>
        </p:nvSpPr>
        <p:spPr bwMode="gray">
          <a:xfrm>
            <a:off x="350323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5DE8584-6E72-4669-AAC3-55D6D4CF1F80}"/>
              </a:ext>
            </a:extLst>
          </p:cNvPr>
          <p:cNvSpPr/>
          <p:nvPr userDrawn="1"/>
        </p:nvSpPr>
        <p:spPr bwMode="gray">
          <a:xfrm>
            <a:off x="4871504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46B53A-62D7-4048-A306-E08508CA9F04}"/>
              </a:ext>
            </a:extLst>
          </p:cNvPr>
          <p:cNvSpPr/>
          <p:nvPr userDrawn="1"/>
        </p:nvSpPr>
        <p:spPr bwMode="gray">
          <a:xfrm>
            <a:off x="6239776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B0281E8-DEEF-4F7C-BC61-93198CAAFD38}"/>
              </a:ext>
            </a:extLst>
          </p:cNvPr>
          <p:cNvSpPr/>
          <p:nvPr userDrawn="1"/>
        </p:nvSpPr>
        <p:spPr bwMode="gray">
          <a:xfrm>
            <a:off x="7608048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AB5255D-CE7A-424C-86F5-B3506F3CF776}"/>
              </a:ext>
            </a:extLst>
          </p:cNvPr>
          <p:cNvSpPr/>
          <p:nvPr userDrawn="1"/>
        </p:nvSpPr>
        <p:spPr bwMode="gray">
          <a:xfrm>
            <a:off x="8976320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A0C3F2F-BD2D-471F-A7EC-96B76086BCC2}"/>
              </a:ext>
            </a:extLst>
          </p:cNvPr>
          <p:cNvSpPr/>
          <p:nvPr userDrawn="1"/>
        </p:nvSpPr>
        <p:spPr bwMode="gray">
          <a:xfrm>
            <a:off x="10344592" y="-171400"/>
            <a:ext cx="1080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3366713-9D75-410E-8FEC-A3C9DEDF5C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766763" y="260752"/>
            <a:ext cx="7921625" cy="936000"/>
          </a:xfrm>
          <a:prstGeom prst="rect">
            <a:avLst/>
          </a:prstGeom>
        </p:spPr>
        <p:txBody>
          <a:bodyPr vert="horz" lIns="0" tIns="0" rIns="0" bIns="54000" rtlCol="0" anchor="b">
            <a:normAutofit/>
          </a:bodyPr>
          <a:lstStyle/>
          <a:p>
            <a:r>
              <a:rPr lang="en-GB" err="1"/>
              <a:t>Mastertitelformat</a:t>
            </a:r>
            <a:r>
              <a:rPr lang="en-GB"/>
              <a:t> </a:t>
            </a:r>
            <a:r>
              <a:rPr lang="en-GB" err="1"/>
              <a:t>bearbeiten</a:t>
            </a:r>
            <a:endParaRPr lang="en-GB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1B033B9-7AD3-419A-AC77-478506CCB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 bwMode="gray">
          <a:xfrm>
            <a:off x="9840592" y="788974"/>
            <a:ext cx="1584000" cy="4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5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  <p:sldLayoutId id="2147483736" r:id="rId56"/>
    <p:sldLayoutId id="2147483737" r:id="rId57"/>
    <p:sldLayoutId id="2147483738" r:id="rId58"/>
    <p:sldLayoutId id="2147483739" r:id="rId59"/>
    <p:sldLayoutId id="2147483740" r:id="rId60"/>
    <p:sldLayoutId id="2147483741" r:id="rId61"/>
    <p:sldLayoutId id="2147483742" r:id="rId62"/>
    <p:sldLayoutId id="2147483743" r:id="rId63"/>
    <p:sldLayoutId id="2147483744" r:id="rId64"/>
    <p:sldLayoutId id="2147483745" r:id="rId65"/>
    <p:sldLayoutId id="2147483746" r:id="rId6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500"/>
        </a:spcBef>
        <a:buFont typeface="Segoe UI" panose="020B0502040204020203" pitchFamily="34" charset="0"/>
        <a:buNone/>
        <a:defRPr sz="1800" i="1" kern="120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5FF2E-C848-C09F-EC45-94D760DA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BB8DEBB0-AA96-FB9F-73A7-4614ECAE443D}"/>
              </a:ext>
            </a:extLst>
          </p:cNvPr>
          <p:cNvSpPr/>
          <p:nvPr/>
        </p:nvSpPr>
        <p:spPr>
          <a:xfrm rot="10800000">
            <a:off x="2630783" y="3245233"/>
            <a:ext cx="2807190" cy="1713959"/>
          </a:xfrm>
          <a:prstGeom prst="rightArrow">
            <a:avLst>
              <a:gd name="adj1" fmla="val 74045"/>
              <a:gd name="adj2" fmla="val 1693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525B71D-1509-5460-A675-73FDC4209EF5}"/>
              </a:ext>
            </a:extLst>
          </p:cNvPr>
          <p:cNvSpPr/>
          <p:nvPr/>
        </p:nvSpPr>
        <p:spPr>
          <a:xfrm>
            <a:off x="6055960" y="3151375"/>
            <a:ext cx="2822683" cy="1809528"/>
          </a:xfrm>
          <a:prstGeom prst="rightArrow">
            <a:avLst>
              <a:gd name="adj1" fmla="val 65658"/>
              <a:gd name="adj2" fmla="val 1304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D9082A-3061-56F3-6069-7B11399E4427}"/>
              </a:ext>
            </a:extLst>
          </p:cNvPr>
          <p:cNvSpPr/>
          <p:nvPr/>
        </p:nvSpPr>
        <p:spPr>
          <a:xfrm>
            <a:off x="4372091" y="1035152"/>
            <a:ext cx="2771961" cy="160325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AD05F0-8384-9383-22A4-267E9BAFE2F6}"/>
              </a:ext>
            </a:extLst>
          </p:cNvPr>
          <p:cNvSpPr txBox="1"/>
          <p:nvPr/>
        </p:nvSpPr>
        <p:spPr>
          <a:xfrm>
            <a:off x="3117921" y="3087635"/>
            <a:ext cx="2276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Provenance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C32185-8FB8-C0DD-5682-89ED3CE99B6F}"/>
              </a:ext>
            </a:extLst>
          </p:cNvPr>
          <p:cNvSpPr txBox="1"/>
          <p:nvPr/>
        </p:nvSpPr>
        <p:spPr>
          <a:xfrm>
            <a:off x="3637936" y="742524"/>
            <a:ext cx="4395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Observing of data sharing contracts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170CFB-163B-F00A-6EF1-A5D9D24061C8}"/>
              </a:ext>
            </a:extLst>
          </p:cNvPr>
          <p:cNvSpPr txBox="1"/>
          <p:nvPr/>
        </p:nvSpPr>
        <p:spPr>
          <a:xfrm>
            <a:off x="5983373" y="3041562"/>
            <a:ext cx="2475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A2E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Traceability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2EFE44-6F70-B50C-67F3-D248B660E457}"/>
              </a:ext>
            </a:extLst>
          </p:cNvPr>
          <p:cNvSpPr txBox="1"/>
          <p:nvPr/>
        </p:nvSpPr>
        <p:spPr>
          <a:xfrm>
            <a:off x="4576931" y="1381169"/>
            <a:ext cx="2475123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</a:rPr>
              <a:t>Observing Data Transactions (Data sharing contracts)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Was the contract agreed upon?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Was the data made available?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Did the data sharing happen?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FC0D8E-008F-3E24-2261-C03BE27ECFC1}"/>
              </a:ext>
            </a:extLst>
          </p:cNvPr>
          <p:cNvSpPr txBox="1"/>
          <p:nvPr/>
        </p:nvSpPr>
        <p:spPr>
          <a:xfrm>
            <a:off x="8994836" y="6318125"/>
            <a:ext cx="252992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/>
              <a:t>In the scope of Data space concepts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57A29F-8206-E7C6-FD7F-BC838D773ADB}"/>
              </a:ext>
            </a:extLst>
          </p:cNvPr>
          <p:cNvCxnSpPr>
            <a:cxnSpLocks/>
          </p:cNvCxnSpPr>
          <p:nvPr/>
        </p:nvCxnSpPr>
        <p:spPr>
          <a:xfrm>
            <a:off x="837127" y="641229"/>
            <a:ext cx="9811553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175451-93C9-61CD-7C6D-93ADE446EA95}"/>
              </a:ext>
            </a:extLst>
          </p:cNvPr>
          <p:cNvCxnSpPr>
            <a:cxnSpLocks/>
          </p:cNvCxnSpPr>
          <p:nvPr/>
        </p:nvCxnSpPr>
        <p:spPr>
          <a:xfrm flipV="1">
            <a:off x="874247" y="2892069"/>
            <a:ext cx="9929288" cy="2523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E7F38DA-CFE5-3782-90F9-D0C4B0FF3339}"/>
              </a:ext>
            </a:extLst>
          </p:cNvPr>
          <p:cNvSpPr txBox="1"/>
          <p:nvPr/>
        </p:nvSpPr>
        <p:spPr>
          <a:xfrm rot="16200000">
            <a:off x="-314421" y="1707213"/>
            <a:ext cx="2088525" cy="3116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>
                <a:solidFill>
                  <a:schemeClr val="accent1"/>
                </a:solidFill>
              </a:rPr>
              <a:t>Control plane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9FDEAD-1CA5-4852-3882-DE5203210C7D}"/>
              </a:ext>
            </a:extLst>
          </p:cNvPr>
          <p:cNvCxnSpPr>
            <a:cxnSpLocks/>
          </p:cNvCxnSpPr>
          <p:nvPr/>
        </p:nvCxnSpPr>
        <p:spPr>
          <a:xfrm flipV="1">
            <a:off x="837125" y="5102811"/>
            <a:ext cx="9955961" cy="2082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6B0F72C-4B10-D440-6D14-60D73B25338D}"/>
              </a:ext>
            </a:extLst>
          </p:cNvPr>
          <p:cNvSpPr txBox="1"/>
          <p:nvPr/>
        </p:nvSpPr>
        <p:spPr>
          <a:xfrm rot="16200000">
            <a:off x="-314420" y="3937093"/>
            <a:ext cx="2088525" cy="3116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>
                <a:solidFill>
                  <a:schemeClr val="accent1"/>
                </a:solidFill>
              </a:rPr>
              <a:t>Data plane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D48BE1-C222-5082-9D60-91F573089B1F}"/>
              </a:ext>
            </a:extLst>
          </p:cNvPr>
          <p:cNvSpPr txBox="1"/>
          <p:nvPr/>
        </p:nvSpPr>
        <p:spPr>
          <a:xfrm>
            <a:off x="6128142" y="3740371"/>
            <a:ext cx="2475123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/>
                </a:solidFill>
              </a:rPr>
              <a:t>Tracing how Data is accessed and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Who has accessed which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53D7D3-602D-1A83-A32C-F356570ACEC2}"/>
              </a:ext>
            </a:extLst>
          </p:cNvPr>
          <p:cNvSpPr txBox="1"/>
          <p:nvPr/>
        </p:nvSpPr>
        <p:spPr>
          <a:xfrm>
            <a:off x="2919742" y="3780126"/>
            <a:ext cx="2475123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1" dirty="0">
                <a:solidFill>
                  <a:schemeClr val="tx1"/>
                </a:solidFill>
              </a:rPr>
              <a:t>Knowing where the data comes from</a:t>
            </a:r>
            <a:endParaRPr lang="en-GB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/>
                </a:solidFill>
              </a:rPr>
              <a:t>Lineage of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5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3675B88-D4BB-6171-FA6E-63804ADBF6AB}"/>
              </a:ext>
            </a:extLst>
          </p:cNvPr>
          <p:cNvSpPr/>
          <p:nvPr/>
        </p:nvSpPr>
        <p:spPr>
          <a:xfrm>
            <a:off x="8797937" y="6365374"/>
            <a:ext cx="204172" cy="167311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5B9E05-66F7-2939-7F6D-BAC1BB762E29}"/>
              </a:ext>
            </a:extLst>
          </p:cNvPr>
          <p:cNvSpPr txBox="1"/>
          <p:nvPr/>
        </p:nvSpPr>
        <p:spPr>
          <a:xfrm>
            <a:off x="8994836" y="6537563"/>
            <a:ext cx="295675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/>
              <a:t>In the scope of Use case implementations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4D58ED2-68ED-50E4-3873-7EAF516C96A5}"/>
              </a:ext>
            </a:extLst>
          </p:cNvPr>
          <p:cNvSpPr/>
          <p:nvPr/>
        </p:nvSpPr>
        <p:spPr>
          <a:xfrm>
            <a:off x="8797937" y="6589702"/>
            <a:ext cx="211444" cy="16731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dirty="0" err="1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8ACE59-EE92-5138-EEB0-6AC458E50EE3}"/>
              </a:ext>
            </a:extLst>
          </p:cNvPr>
          <p:cNvCxnSpPr>
            <a:cxnSpLocks/>
          </p:cNvCxnSpPr>
          <p:nvPr/>
        </p:nvCxnSpPr>
        <p:spPr>
          <a:xfrm>
            <a:off x="885680" y="6214572"/>
            <a:ext cx="9951241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7122B4-E1E9-69CB-4AA4-5EFFDC7C6643}"/>
              </a:ext>
            </a:extLst>
          </p:cNvPr>
          <p:cNvSpPr txBox="1"/>
          <p:nvPr/>
        </p:nvSpPr>
        <p:spPr>
          <a:xfrm rot="16200000">
            <a:off x="-314355" y="5520046"/>
            <a:ext cx="2088525" cy="3116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>
                <a:solidFill>
                  <a:schemeClr val="accent1"/>
                </a:solidFill>
              </a:rPr>
              <a:t>Services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E1E241-CBC8-A1C9-8650-4CF173F09094}"/>
              </a:ext>
            </a:extLst>
          </p:cNvPr>
          <p:cNvSpPr/>
          <p:nvPr/>
        </p:nvSpPr>
        <p:spPr>
          <a:xfrm>
            <a:off x="2630782" y="5293770"/>
            <a:ext cx="6247861" cy="817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Value added services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1"/>
                </a:solidFill>
              </a:rPr>
              <a:t>Billing, charging, notarisation, etc.</a:t>
            </a:r>
          </a:p>
        </p:txBody>
      </p:sp>
    </p:spTree>
    <p:extLst>
      <p:ext uri="{BB962C8B-B14F-4D97-AF65-F5344CB8AC3E}">
        <p14:creationId xmlns:p14="http://schemas.microsoft.com/office/powerpoint/2010/main" val="180517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B3ED-11ED-B8A9-664A-C4752AEC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DA2785-2277-B082-C49B-363C1DE3822B}"/>
              </a:ext>
            </a:extLst>
          </p:cNvPr>
          <p:cNvSpPr/>
          <p:nvPr/>
        </p:nvSpPr>
        <p:spPr>
          <a:xfrm>
            <a:off x="2932980" y="3971624"/>
            <a:ext cx="5827562" cy="1311215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Technical Implementation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C9D36-5268-6A33-BF28-E967A65AF8A9}"/>
              </a:ext>
            </a:extLst>
          </p:cNvPr>
          <p:cNvSpPr/>
          <p:nvPr/>
        </p:nvSpPr>
        <p:spPr>
          <a:xfrm>
            <a:off x="2932979" y="2582682"/>
            <a:ext cx="5827562" cy="131121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Business processes and rules for data sharing governance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45C7D-BD84-BC84-3176-25B80620B953}"/>
              </a:ext>
            </a:extLst>
          </p:cNvPr>
          <p:cNvSpPr/>
          <p:nvPr/>
        </p:nvSpPr>
        <p:spPr>
          <a:xfrm>
            <a:off x="2932979" y="1193740"/>
            <a:ext cx="5827562" cy="131121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Data Space Governance rules </a:t>
            </a:r>
          </a:p>
          <a:p>
            <a:pPr algn="ctr"/>
            <a:r>
              <a:rPr lang="en-GB" sz="2000" dirty="0">
                <a:solidFill>
                  <a:schemeClr val="tx1"/>
                </a:solidFill>
              </a:rPr>
              <a:t>for participation management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489C7F-6CEC-FD06-C014-7D8E8B80B5C4}"/>
              </a:ext>
            </a:extLst>
          </p:cNvPr>
          <p:cNvSpPr/>
          <p:nvPr/>
        </p:nvSpPr>
        <p:spPr>
          <a:xfrm rot="16200000">
            <a:off x="1533276" y="1193740"/>
            <a:ext cx="1311216" cy="1311215"/>
          </a:xfrm>
          <a:prstGeom prst="rect">
            <a:avLst/>
          </a:prstGeom>
          <a:solidFill>
            <a:srgbClr val="63C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Data Space Governance Authority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799118-D0FA-5517-4B7C-FD9369BE7B6E}"/>
              </a:ext>
            </a:extLst>
          </p:cNvPr>
          <p:cNvSpPr/>
          <p:nvPr/>
        </p:nvSpPr>
        <p:spPr>
          <a:xfrm rot="16200000">
            <a:off x="1533275" y="2582683"/>
            <a:ext cx="1311216" cy="1311215"/>
          </a:xfrm>
          <a:prstGeom prst="rect">
            <a:avLst/>
          </a:prstGeom>
          <a:solidFill>
            <a:srgbClr val="63C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Data Space Participant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A41E4-8229-939F-A466-A5EC0725D8DF}"/>
              </a:ext>
            </a:extLst>
          </p:cNvPr>
          <p:cNvSpPr/>
          <p:nvPr/>
        </p:nvSpPr>
        <p:spPr>
          <a:xfrm rot="16200000">
            <a:off x="1533275" y="3971623"/>
            <a:ext cx="1311216" cy="1311215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 Data space participants and/or any observing 3</a:t>
            </a:r>
            <a:r>
              <a:rPr lang="en-GB" sz="1200" baseline="30000" dirty="0">
                <a:solidFill>
                  <a:schemeClr val="tx1"/>
                </a:solidFill>
              </a:rPr>
              <a:t>rd</a:t>
            </a:r>
            <a:r>
              <a:rPr lang="en-GB" sz="1200" dirty="0">
                <a:solidFill>
                  <a:schemeClr val="tx1"/>
                </a:solidFill>
              </a:rPr>
              <a:t> party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874BF-47EA-A3C2-FE90-5A452A3E5FDC}"/>
              </a:ext>
            </a:extLst>
          </p:cNvPr>
          <p:cNvSpPr txBox="1"/>
          <p:nvPr/>
        </p:nvSpPr>
        <p:spPr>
          <a:xfrm>
            <a:off x="8994837" y="5437688"/>
            <a:ext cx="152076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/>
              <a:t>Covered in this paper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B26D81-D17A-EB70-0333-63E6A330DD20}"/>
              </a:ext>
            </a:extLst>
          </p:cNvPr>
          <p:cNvSpPr/>
          <p:nvPr/>
        </p:nvSpPr>
        <p:spPr>
          <a:xfrm>
            <a:off x="8783392" y="5414147"/>
            <a:ext cx="211444" cy="253916"/>
          </a:xfrm>
          <a:prstGeom prst="roundRect">
            <a:avLst/>
          </a:prstGeom>
          <a:solidFill>
            <a:srgbClr val="63C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FA114F-5154-B0BA-D154-8E079E2408E4}"/>
              </a:ext>
            </a:extLst>
          </p:cNvPr>
          <p:cNvSpPr txBox="1"/>
          <p:nvPr/>
        </p:nvSpPr>
        <p:spPr>
          <a:xfrm>
            <a:off x="8994836" y="5746651"/>
            <a:ext cx="139430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/>
              <a:t>Not covered in this</a:t>
            </a:r>
            <a:br>
              <a:rPr lang="en-GB" sz="1050" dirty="0"/>
            </a:br>
            <a:r>
              <a:rPr lang="en-GB" sz="1050" dirty="0"/>
              <a:t>edition of the paper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313E6F-F049-9DB0-73A4-C85526E944D1}"/>
              </a:ext>
            </a:extLst>
          </p:cNvPr>
          <p:cNvSpPr/>
          <p:nvPr/>
        </p:nvSpPr>
        <p:spPr>
          <a:xfrm>
            <a:off x="8783392" y="5827442"/>
            <a:ext cx="211444" cy="25391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07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020A-4BAF-37FB-950E-7FC47482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5B961D-7306-7D10-6C9D-71CC9960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403" y="494432"/>
            <a:ext cx="7921625" cy="936000"/>
          </a:xfrm>
        </p:spPr>
        <p:txBody>
          <a:bodyPr>
            <a:noAutofit/>
          </a:bodyPr>
          <a:lstStyle/>
          <a:p>
            <a:r>
              <a:rPr lang="en-US" sz="2400" b="0"/>
              <a:t>We aim at the </a:t>
            </a:r>
            <a:r>
              <a:rPr lang="en-US" sz="2400"/>
              <a:t>Observability of Data sharing contracts, </a:t>
            </a:r>
            <a:r>
              <a:rPr lang="en-US" sz="2400" b="0"/>
              <a:t>not end-to-end observability in data ecosystems</a:t>
            </a:r>
            <a:endParaRPr lang="en-GB" sz="2400" b="0"/>
          </a:p>
        </p:txBody>
      </p:sp>
      <p:pic>
        <p:nvPicPr>
          <p:cNvPr id="19" name="Graphic 1">
            <a:extLst>
              <a:ext uri="{FF2B5EF4-FFF2-40B4-BE49-F238E27FC236}">
                <a16:creationId xmlns:a16="http://schemas.microsoft.com/office/drawing/2014/main" id="{A80F0F01-0BA8-1907-9655-0A93CC17D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15" y="1504633"/>
            <a:ext cx="9090694" cy="519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7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36702-FF2D-D1B1-0D90-044311847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ACA513-03AF-5876-9F92-F791A2DE1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494288" y="1721471"/>
            <a:ext cx="7366824" cy="4101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2945AC-6F3D-1CE4-FAC6-AC3FA1E163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7407" y="860330"/>
            <a:ext cx="9602503" cy="360000"/>
          </a:xfrm>
        </p:spPr>
        <p:txBody>
          <a:bodyPr/>
          <a:lstStyle/>
          <a:p>
            <a:r>
              <a:rPr lang="en-GB" sz="1600" dirty="0"/>
              <a:t>Rules and Processes are needed more than technical elements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F0C2E6-02F3-DFFA-1B90-0F1BF0B0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-75670"/>
            <a:ext cx="8956357" cy="936000"/>
          </a:xfrm>
        </p:spPr>
        <p:txBody>
          <a:bodyPr>
            <a:normAutofit/>
          </a:bodyPr>
          <a:lstStyle/>
          <a:p>
            <a:r>
              <a:rPr lang="en-GB" sz="2800" dirty="0"/>
              <a:t>Observability requires more than technical elements</a:t>
            </a:r>
          </a:p>
        </p:txBody>
      </p:sp>
    </p:spTree>
    <p:extLst>
      <p:ext uri="{BB962C8B-B14F-4D97-AF65-F5344CB8AC3E}">
        <p14:creationId xmlns:p14="http://schemas.microsoft.com/office/powerpoint/2010/main" val="25365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D152A3-66A2-B146-07A0-AE1BB3E1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5F291-B186-437B-9BD4-204251E78F38}" type="slidenum">
              <a:rPr lang="en-GB" smtClean="0"/>
              <a:t>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12BB1-3CF8-F3FE-8840-5B820342B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67784A-F338-C805-9FDE-D44646DB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86CEC-1CFC-A4B9-803A-052F27FAA6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 of presentation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868FC9-DA20-9D99-A317-52354A86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4" y="2133601"/>
            <a:ext cx="5434012" cy="3105149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GB" sz="1600" b="1" dirty="0">
                <a:solidFill>
                  <a:schemeClr val="tx2"/>
                </a:solidFill>
              </a:rPr>
              <a:t>Contract Offer may include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/>
                </a:solidFill>
              </a:rPr>
              <a:t>A term:  </a:t>
            </a:r>
            <a:r>
              <a:rPr lang="en-GB" sz="1600" dirty="0">
                <a:solidFill>
                  <a:schemeClr val="tx1"/>
                </a:solidFill>
              </a:rPr>
              <a:t>that requires the use of an observation service to observe the Contract Negotiation and/or the Transfer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/>
                </a:solidFill>
              </a:rPr>
              <a:t>List of acceptable Observers </a:t>
            </a:r>
            <a:r>
              <a:rPr lang="en-GB" sz="1600" dirty="0">
                <a:solidFill>
                  <a:schemeClr val="tx1"/>
                </a:solidFill>
              </a:rPr>
              <a:t>proposed by the Provider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1"/>
                </a:solidFill>
              </a:rPr>
              <a:t>Claims and evidence </a:t>
            </a:r>
            <a:r>
              <a:rPr lang="en-GB" sz="1600" dirty="0">
                <a:solidFill>
                  <a:schemeClr val="tx1"/>
                </a:solidFill>
              </a:rPr>
              <a:t>on established </a:t>
            </a:r>
            <a:r>
              <a:rPr lang="en-GB" sz="1600" b="1" dirty="0">
                <a:solidFill>
                  <a:schemeClr val="tx1"/>
                </a:solidFill>
              </a:rPr>
              <a:t>Data Sharing Contracts for Observability </a:t>
            </a:r>
            <a:r>
              <a:rPr lang="en-GB" sz="1600" dirty="0">
                <a:solidFill>
                  <a:schemeClr val="tx1"/>
                </a:solidFill>
              </a:rPr>
              <a:t>(DSCOs) with the proposed Observers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5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nternational Data Spaces">
  <a:themeElements>
    <a:clrScheme name="IDSA">
      <a:dk1>
        <a:sysClr val="windowText" lastClr="000000"/>
      </a:dk1>
      <a:lt1>
        <a:sysClr val="window" lastClr="FFFFFF"/>
      </a:lt1>
      <a:dk2>
        <a:srgbClr val="0BA2E3"/>
      </a:dk2>
      <a:lt2>
        <a:srgbClr val="B4B4B4"/>
      </a:lt2>
      <a:accent1>
        <a:srgbClr val="6F6F6E"/>
      </a:accent1>
      <a:accent2>
        <a:srgbClr val="263482"/>
      </a:accent2>
      <a:accent3>
        <a:srgbClr val="3DA434"/>
      </a:accent3>
      <a:accent4>
        <a:srgbClr val="E5007D"/>
      </a:accent4>
      <a:accent5>
        <a:srgbClr val="FFED00"/>
      </a:accent5>
      <a:accent6>
        <a:srgbClr val="CD1316"/>
      </a:accent6>
      <a:hlink>
        <a:srgbClr val="000000"/>
      </a:hlink>
      <a:folHlink>
        <a:srgbClr val="6F6F6E"/>
      </a:folHlink>
    </a:clrScheme>
    <a:fontScheme name="International Data Spaces Associati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72000" tIns="36000" rIns="72000" bIns="3600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DSA_Master_V01.potx" id="{CFDB2FC5-5B74-47BA-B067-697F022D7AFC}" vid="{D46154BD-3566-4FB4-8739-26ADB60863B3}"/>
    </a:ext>
  </a:extLst>
</a:theme>
</file>

<file path=ppt/theme/theme3.xml><?xml version="1.0" encoding="utf-8"?>
<a:theme xmlns:a="http://schemas.openxmlformats.org/drawingml/2006/main" name="1_International Data Spaces">
  <a:themeElements>
    <a:clrScheme name="IDSA">
      <a:dk1>
        <a:sysClr val="windowText" lastClr="000000"/>
      </a:dk1>
      <a:lt1>
        <a:sysClr val="window" lastClr="FFFFFF"/>
      </a:lt1>
      <a:dk2>
        <a:srgbClr val="0BA2E3"/>
      </a:dk2>
      <a:lt2>
        <a:srgbClr val="B4B4B4"/>
      </a:lt2>
      <a:accent1>
        <a:srgbClr val="6F6F6E"/>
      </a:accent1>
      <a:accent2>
        <a:srgbClr val="263482"/>
      </a:accent2>
      <a:accent3>
        <a:srgbClr val="3DA434"/>
      </a:accent3>
      <a:accent4>
        <a:srgbClr val="E5007D"/>
      </a:accent4>
      <a:accent5>
        <a:srgbClr val="FFED00"/>
      </a:accent5>
      <a:accent6>
        <a:srgbClr val="CD1316"/>
      </a:accent6>
      <a:hlink>
        <a:srgbClr val="000000"/>
      </a:hlink>
      <a:folHlink>
        <a:srgbClr val="6F6F6E"/>
      </a:folHlink>
    </a:clrScheme>
    <a:fontScheme name="International Data Spaces Associati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72000" tIns="36000" rIns="72000" bIns="3600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IDSA_Master_V01.potx" id="{CFDB2FC5-5B74-47BA-B067-697F022D7AFC}" vid="{D46154BD-3566-4FB4-8739-26ADB60863B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aeb3e4-6c3c-4566-ba9b-eee2b0e4d746" xsi:nil="true"/>
    <lcf76f155ced4ddcb4097134ff3c332f xmlns="2defc9c1-6dfc-43bb-925d-678ad6c6eb8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9C1C2318F196478D2783B03F54226B" ma:contentTypeVersion="11" ma:contentTypeDescription="Ein neues Dokument erstellen." ma:contentTypeScope="" ma:versionID="35d1620649699a825797e890ba969149">
  <xsd:schema xmlns:xsd="http://www.w3.org/2001/XMLSchema" xmlns:xs="http://www.w3.org/2001/XMLSchema" xmlns:p="http://schemas.microsoft.com/office/2006/metadata/properties" xmlns:ns2="2defc9c1-6dfc-43bb-925d-678ad6c6eb80" xmlns:ns3="28aeb3e4-6c3c-4566-ba9b-eee2b0e4d746" targetNamespace="http://schemas.microsoft.com/office/2006/metadata/properties" ma:root="true" ma:fieldsID="bc4fc7316a6b6b6d89c9290b9cb6e76a" ns2:_="" ns3:_="">
    <xsd:import namespace="2defc9c1-6dfc-43bb-925d-678ad6c6eb80"/>
    <xsd:import namespace="28aeb3e4-6c3c-4566-ba9b-eee2b0e4d7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efc9c1-6dfc-43bb-925d-678ad6c6eb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238a5130-dcd2-41f6-9fbf-12228a3317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aeb3e4-6c3c-4566-ba9b-eee2b0e4d74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121b48c-9bf2-48b5-a3ec-bc9dbca73f74}" ma:internalName="TaxCatchAll" ma:showField="CatchAllData" ma:web="28aeb3e4-6c3c-4566-ba9b-eee2b0e4d7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341C64-281A-476D-91B4-67B2E898DD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B7E9B4-980E-4F01-930D-525B1E607C2B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e91d1d51-1036-4821-892c-bf75397ead4b"/>
    <ds:schemaRef ds:uri="http://purl.org/dc/terms/"/>
    <ds:schemaRef ds:uri="http://schemas.microsoft.com/office/infopath/2007/PartnerControls"/>
    <ds:schemaRef ds:uri="c35ff1bf-f502-4ed4-a075-4978491a8e06"/>
    <ds:schemaRef ds:uri="http://schemas.microsoft.com/office/2006/metadata/properties"/>
    <ds:schemaRef ds:uri="28aeb3e4-6c3c-4566-ba9b-eee2b0e4d746"/>
    <ds:schemaRef ds:uri="2defc9c1-6dfc-43bb-925d-678ad6c6eb80"/>
  </ds:schemaRefs>
</ds:datastoreItem>
</file>

<file path=customXml/itemProps3.xml><?xml version="1.0" encoding="utf-8"?>
<ds:datastoreItem xmlns:ds="http://schemas.openxmlformats.org/officeDocument/2006/customXml" ds:itemID="{0781834E-7E6F-4DD2-A927-1A404E6B4F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efc9c1-6dfc-43bb-925d-678ad6c6eb80"/>
    <ds:schemaRef ds:uri="28aeb3e4-6c3c-4566-ba9b-eee2b0e4d7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Widescreen</PresentationFormat>
  <Paragraphs>47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Aptos Display</vt:lpstr>
      <vt:lpstr>Arial</vt:lpstr>
      <vt:lpstr>Droid Sans</vt:lpstr>
      <vt:lpstr>Georgia</vt:lpstr>
      <vt:lpstr>Segoe UI</vt:lpstr>
      <vt:lpstr>Office Theme</vt:lpstr>
      <vt:lpstr>International Data Spaces</vt:lpstr>
      <vt:lpstr>1_International Data Spaces</vt:lpstr>
      <vt:lpstr>PowerPoint Presentation</vt:lpstr>
      <vt:lpstr>PowerPoint Presentation</vt:lpstr>
      <vt:lpstr>We aim at the Observability of Data sharing contracts, not end-to-end observability in data ecosystems</vt:lpstr>
      <vt:lpstr>Observability requires more than technical elements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Ilknur Chulani</dc:creator>
  <cp:lastModifiedBy>Ilknur Chulani</cp:lastModifiedBy>
  <cp:revision>1</cp:revision>
  <dcterms:created xsi:type="dcterms:W3CDTF">2024-11-27T22:55:57Z</dcterms:created>
  <dcterms:modified xsi:type="dcterms:W3CDTF">2026-09-25T15:09:51Z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0x010100A79C1C2318F196478D2783B03F54226B</vt:lpwstr>
  </property>
  <property fmtid="{D5CDD505-2E9C-101B-9397-08002B2CF9AE}" pid="4" name="Order">
    <vt:r8>18200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